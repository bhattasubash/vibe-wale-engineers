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6471900" cy="9118600"/>
  <p:notesSz cx="16471900" cy="9118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5392" y="2826766"/>
            <a:ext cx="14001115" cy="19149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70785" y="5106416"/>
            <a:ext cx="11530330" cy="2279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62" y="1938797"/>
            <a:ext cx="15888144" cy="63542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23776" y="712976"/>
            <a:ext cx="862934" cy="3377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2173" y="737993"/>
            <a:ext cx="812173" cy="31270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50112" y="775519"/>
            <a:ext cx="139592" cy="2501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81569" y="212642"/>
            <a:ext cx="736032" cy="126334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750816" y="1090938"/>
            <a:ext cx="10434955" cy="0"/>
          </a:xfrm>
          <a:custGeom>
            <a:avLst/>
            <a:gdLst/>
            <a:ahLst/>
            <a:cxnLst/>
            <a:rect l="l" t="t" r="r" b="b"/>
            <a:pathLst>
              <a:path w="10434955" h="0">
                <a:moveTo>
                  <a:pt x="0" y="0"/>
                </a:moveTo>
                <a:lnTo>
                  <a:pt x="10434738" y="0"/>
                </a:lnTo>
              </a:path>
            </a:pathLst>
          </a:custGeom>
          <a:ln w="26267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8385694" y="103840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 h="0">
                <a:moveTo>
                  <a:pt x="0" y="0"/>
                </a:moveTo>
                <a:lnTo>
                  <a:pt x="7136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480673"/>
            <a:ext cx="16471900" cy="63792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8480673"/>
            <a:ext cx="16471900" cy="637926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6847" y="800535"/>
            <a:ext cx="25380" cy="200133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2228" y="362742"/>
            <a:ext cx="1675108" cy="103819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23595" y="2097278"/>
            <a:ext cx="7165276" cy="6018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483028" y="2097278"/>
            <a:ext cx="7165276" cy="6018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16773" y="347309"/>
            <a:ext cx="9637605" cy="9605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7156" y="1388149"/>
            <a:ext cx="9412605" cy="6263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600446" y="8480298"/>
            <a:ext cx="5271008" cy="455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23595" y="8480298"/>
            <a:ext cx="3788537" cy="455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859768" y="8480298"/>
            <a:ext cx="3788537" cy="455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image" Target="../media/image19.jpg"/><Relationship Id="rId12" Type="http://schemas.openxmlformats.org/officeDocument/2006/relationships/image" Target="../media/image20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png"/><Relationship Id="rId8" Type="http://schemas.openxmlformats.org/officeDocument/2006/relationships/image" Target="../media/image27.jp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png"/><Relationship Id="rId6" Type="http://schemas.openxmlformats.org/officeDocument/2006/relationships/image" Target="../media/image40.jp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jp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jp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jpg"/><Relationship Id="rId10" Type="http://schemas.openxmlformats.org/officeDocument/2006/relationships/image" Target="../media/image5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png"/><Relationship Id="rId8" Type="http://schemas.openxmlformats.org/officeDocument/2006/relationships/image" Target="../media/image58.jpg"/><Relationship Id="rId9" Type="http://schemas.openxmlformats.org/officeDocument/2006/relationships/image" Target="../media/image59.jpg"/><Relationship Id="rId10" Type="http://schemas.openxmlformats.org/officeDocument/2006/relationships/image" Target="../media/image60.jpg"/><Relationship Id="rId11" Type="http://schemas.openxmlformats.org/officeDocument/2006/relationships/image" Target="../media/image61.jpg"/><Relationship Id="rId12" Type="http://schemas.openxmlformats.org/officeDocument/2006/relationships/image" Target="../media/image62.jpg"/><Relationship Id="rId13" Type="http://schemas.openxmlformats.org/officeDocument/2006/relationships/image" Target="../media/image46.png"/><Relationship Id="rId14" Type="http://schemas.openxmlformats.org/officeDocument/2006/relationships/image" Target="../media/image63.jp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Relationship Id="rId18" Type="http://schemas.openxmlformats.org/officeDocument/2006/relationships/image" Target="../media/image6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558800"/>
            <a:ext cx="1282700" cy="4064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496482" y="5436658"/>
            <a:ext cx="1135380" cy="0"/>
          </a:xfrm>
          <a:custGeom>
            <a:avLst/>
            <a:gdLst/>
            <a:ahLst/>
            <a:cxnLst/>
            <a:rect l="l" t="t" r="r" b="b"/>
            <a:pathLst>
              <a:path w="1135380" h="0">
                <a:moveTo>
                  <a:pt x="0" y="0"/>
                </a:moveTo>
                <a:lnTo>
                  <a:pt x="113495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24859" y="5436658"/>
            <a:ext cx="640080" cy="0"/>
          </a:xfrm>
          <a:custGeom>
            <a:avLst/>
            <a:gdLst/>
            <a:ahLst/>
            <a:cxnLst/>
            <a:rect l="l" t="t" r="r" b="b"/>
            <a:pathLst>
              <a:path w="640079" h="0">
                <a:moveTo>
                  <a:pt x="0" y="0"/>
                </a:moveTo>
                <a:lnTo>
                  <a:pt x="6400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96482" y="4725458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 h="0">
                <a:moveTo>
                  <a:pt x="0" y="0"/>
                </a:moveTo>
                <a:lnTo>
                  <a:pt x="84158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031379" y="1498389"/>
            <a:ext cx="231140" cy="0"/>
          </a:xfrm>
          <a:custGeom>
            <a:avLst/>
            <a:gdLst/>
            <a:ahLst/>
            <a:cxnLst/>
            <a:rect l="l" t="t" r="r" b="b"/>
            <a:pathLst>
              <a:path w="231140" h="0">
                <a:moveTo>
                  <a:pt x="0" y="0"/>
                </a:moveTo>
                <a:lnTo>
                  <a:pt x="231139" y="0"/>
                </a:lnTo>
              </a:path>
            </a:pathLst>
          </a:custGeom>
          <a:ln w="26669">
            <a:solidFill>
              <a:srgbClr val="4B545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79200" y="2997200"/>
            <a:ext cx="1333500" cy="264160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867900" y="2997200"/>
            <a:ext cx="3429000" cy="2794000"/>
            <a:chOff x="9867900" y="2997200"/>
            <a:chExt cx="3429000" cy="27940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93300" y="2997200"/>
              <a:ext cx="1308100" cy="26289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67900" y="5397500"/>
              <a:ext cx="393700" cy="3937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02900" y="3479800"/>
              <a:ext cx="1828800" cy="355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72700" y="3911600"/>
              <a:ext cx="2324100" cy="3175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21900" y="4229100"/>
              <a:ext cx="3175000" cy="3937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09300" y="5067300"/>
              <a:ext cx="1828800" cy="711200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538200" y="406400"/>
            <a:ext cx="1016000" cy="8890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855200" y="2336800"/>
            <a:ext cx="2870200" cy="11049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121900" y="4660900"/>
            <a:ext cx="2019300" cy="355600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3482263" y="347309"/>
            <a:ext cx="8602345" cy="74422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700" spc="295">
                <a:solidFill>
                  <a:srgbClr val="1F497C"/>
                </a:solidFill>
                <a:latin typeface="Times New Roman"/>
                <a:cs typeface="Times New Roman"/>
              </a:rPr>
              <a:t>RT</a:t>
            </a:r>
            <a:r>
              <a:rPr dirty="0" sz="4700" spc="165">
                <a:solidFill>
                  <a:srgbClr val="1F497C"/>
                </a:solidFill>
                <a:latin typeface="Times New Roman"/>
                <a:cs typeface="Times New Roman"/>
              </a:rPr>
              <a:t> </a:t>
            </a:r>
            <a:r>
              <a:rPr dirty="0" sz="4700" spc="340">
                <a:solidFill>
                  <a:srgbClr val="1F497C"/>
                </a:solidFill>
                <a:latin typeface="Times New Roman"/>
                <a:cs typeface="Times New Roman"/>
              </a:rPr>
              <a:t>INDIA</a:t>
            </a:r>
            <a:r>
              <a:rPr dirty="0" sz="4700" spc="75">
                <a:solidFill>
                  <a:srgbClr val="1F497C"/>
                </a:solidFill>
                <a:latin typeface="Times New Roman"/>
                <a:cs typeface="Times New Roman"/>
              </a:rPr>
              <a:t> </a:t>
            </a:r>
            <a:r>
              <a:rPr dirty="0" sz="4700" spc="260">
                <a:solidFill>
                  <a:srgbClr val="1F497C"/>
                </a:solidFill>
                <a:latin typeface="Times New Roman"/>
                <a:cs typeface="Times New Roman"/>
              </a:rPr>
              <a:t>HACKATHON</a:t>
            </a:r>
            <a:r>
              <a:rPr dirty="0" sz="4700" spc="770">
                <a:solidFill>
                  <a:srgbClr val="1F497C"/>
                </a:solidFill>
                <a:latin typeface="Times New Roman"/>
                <a:cs typeface="Times New Roman"/>
              </a:rPr>
              <a:t> </a:t>
            </a:r>
            <a:r>
              <a:rPr dirty="0" sz="4700" spc="-40">
                <a:solidFill>
                  <a:srgbClr val="1F497C"/>
                </a:solidFill>
                <a:latin typeface="Times New Roman"/>
                <a:cs typeface="Times New Roman"/>
              </a:rPr>
              <a:t>2024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2915" y="2564341"/>
            <a:ext cx="7191375" cy="2159000"/>
          </a:xfrm>
          <a:prstGeom prst="rect">
            <a:avLst/>
          </a:prstGeom>
        </p:spPr>
        <p:txBody>
          <a:bodyPr wrap="square" lIns="0" tIns="235585" rIns="0" bIns="0" rtlCol="0" vert="horz">
            <a:spAutoFit/>
          </a:bodyPr>
          <a:lstStyle/>
          <a:p>
            <a:pPr marL="255904" indent="-243204">
              <a:lnSpc>
                <a:spcPct val="100000"/>
              </a:lnSpc>
              <a:spcBef>
                <a:spcPts val="1855"/>
              </a:spcBef>
              <a:buChar char="•"/>
              <a:tabLst>
                <a:tab pos="255904" algn="l"/>
              </a:tabLst>
            </a:pPr>
            <a:r>
              <a:rPr dirty="0" sz="3200">
                <a:latin typeface="Arial MT"/>
                <a:cs typeface="Arial MT"/>
              </a:rPr>
              <a:t>Problem</a:t>
            </a:r>
            <a:r>
              <a:rPr dirty="0" sz="3200" spc="-1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Statement</a:t>
            </a:r>
            <a:r>
              <a:rPr dirty="0" sz="3200" spc="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ID</a:t>
            </a:r>
            <a:r>
              <a:rPr dirty="0" sz="3200" spc="-145">
                <a:latin typeface="Arial MT"/>
                <a:cs typeface="Arial MT"/>
              </a:rPr>
              <a:t> </a:t>
            </a:r>
            <a:r>
              <a:rPr dirty="0" sz="3200" spc="-1570">
                <a:latin typeface="Arial MT"/>
                <a:cs typeface="Arial MT"/>
              </a:rPr>
              <a:t>—</a:t>
            </a:r>
            <a:r>
              <a:rPr dirty="0" sz="3200" spc="-175">
                <a:latin typeface="Arial MT"/>
                <a:cs typeface="Arial MT"/>
              </a:rPr>
              <a:t> </a:t>
            </a:r>
            <a:r>
              <a:rPr dirty="0" sz="3200" spc="-20">
                <a:latin typeface="Arial MT"/>
                <a:cs typeface="Arial MT"/>
              </a:rPr>
              <a:t>1686</a:t>
            </a:r>
            <a:endParaRPr sz="3200">
              <a:latin typeface="Arial MT"/>
              <a:cs typeface="Arial MT"/>
            </a:endParaRPr>
          </a:p>
          <a:p>
            <a:pPr marL="254000" marR="5080" indent="-241300">
              <a:lnSpc>
                <a:spcPct val="145800"/>
              </a:lnSpc>
              <a:spcBef>
                <a:spcPts val="5"/>
              </a:spcBef>
              <a:buChar char="•"/>
              <a:tabLst>
                <a:tab pos="254000" algn="l"/>
                <a:tab pos="255904" algn="l"/>
              </a:tabLst>
            </a:pPr>
            <a:r>
              <a:rPr dirty="0" sz="3200">
                <a:latin typeface="Arial MT"/>
                <a:cs typeface="Arial MT"/>
              </a:rPr>
              <a:t>	Problem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Statement</a:t>
            </a:r>
            <a:r>
              <a:rPr dirty="0" sz="3200" spc="1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Title</a:t>
            </a:r>
            <a:r>
              <a:rPr dirty="0" sz="3200" spc="15">
                <a:latin typeface="Arial MT"/>
                <a:cs typeface="Arial MT"/>
              </a:rPr>
              <a:t> </a:t>
            </a:r>
            <a:r>
              <a:rPr dirty="0" sz="3200" spc="-1570">
                <a:latin typeface="Arial MT"/>
                <a:cs typeface="Arial MT"/>
              </a:rPr>
              <a:t>—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Automating </a:t>
            </a:r>
            <a:r>
              <a:rPr dirty="0" sz="3200" spc="-100">
                <a:latin typeface="Arial MT"/>
                <a:cs typeface="Arial MT"/>
              </a:rPr>
              <a:t>GPO</a:t>
            </a:r>
            <a:r>
              <a:rPr dirty="0" sz="3200" spc="10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Customization</a:t>
            </a:r>
            <a:r>
              <a:rPr dirty="0" sz="3200" spc="2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and</a:t>
            </a:r>
            <a:r>
              <a:rPr dirty="0" sz="3200" spc="-17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Deployment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52295" y="4208991"/>
            <a:ext cx="170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0">
                <a:solidFill>
                  <a:srgbClr val="595959"/>
                </a:solidFill>
                <a:latin typeface="Arial MT"/>
                <a:cs typeface="Arial MT"/>
              </a:rPr>
              <a:t>"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69205" y="4926365"/>
            <a:ext cx="4545965" cy="5073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50">
                <a:latin typeface="Arial MT"/>
                <a:cs typeface="Arial MT"/>
              </a:rPr>
              <a:t>Based</a:t>
            </a:r>
            <a:r>
              <a:rPr dirty="0" sz="3150" spc="5">
                <a:latin typeface="Arial MT"/>
                <a:cs typeface="Arial MT"/>
              </a:rPr>
              <a:t> </a:t>
            </a:r>
            <a:r>
              <a:rPr dirty="0" sz="3150" spc="85">
                <a:latin typeface="Arial MT"/>
                <a:cs typeface="Arial MT"/>
              </a:rPr>
              <a:t>on</a:t>
            </a:r>
            <a:r>
              <a:rPr dirty="0" sz="3150" spc="-95">
                <a:latin typeface="Arial MT"/>
                <a:cs typeface="Arial MT"/>
              </a:rPr>
              <a:t> </a:t>
            </a:r>
            <a:r>
              <a:rPr dirty="0" sz="3150" spc="-20">
                <a:latin typeface="Arial MT"/>
                <a:cs typeface="Arial MT"/>
              </a:rPr>
              <a:t>CIS</a:t>
            </a:r>
            <a:r>
              <a:rPr dirty="0" sz="3150" spc="-60">
                <a:latin typeface="Arial MT"/>
                <a:cs typeface="Arial MT"/>
              </a:rPr>
              <a:t> </a:t>
            </a:r>
            <a:r>
              <a:rPr dirty="0" sz="3150" spc="-10">
                <a:latin typeface="Arial MT"/>
                <a:cs typeface="Arial MT"/>
              </a:rPr>
              <a:t>Guidelines</a:t>
            </a:r>
            <a:endParaRPr sz="31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2915" y="5409141"/>
            <a:ext cx="5418455" cy="2869565"/>
          </a:xfrm>
          <a:prstGeom prst="rect">
            <a:avLst/>
          </a:prstGeom>
        </p:spPr>
        <p:txBody>
          <a:bodyPr wrap="square" lIns="0" tIns="235585" rIns="0" bIns="0" rtlCol="0" vert="horz">
            <a:spAutoFit/>
          </a:bodyPr>
          <a:lstStyle/>
          <a:p>
            <a:pPr marL="265430" indent="-252729">
              <a:lnSpc>
                <a:spcPct val="100000"/>
              </a:lnSpc>
              <a:spcBef>
                <a:spcPts val="1855"/>
              </a:spcBef>
              <a:buChar char="•"/>
              <a:tabLst>
                <a:tab pos="265430" algn="l"/>
              </a:tabLst>
            </a:pPr>
            <a:r>
              <a:rPr dirty="0" sz="3200" spc="-25">
                <a:latin typeface="Arial MT"/>
                <a:cs typeface="Arial MT"/>
              </a:rPr>
              <a:t>Theme</a:t>
            </a:r>
            <a:r>
              <a:rPr dirty="0" sz="3200" spc="-200">
                <a:latin typeface="Arial MT"/>
                <a:cs typeface="Arial MT"/>
              </a:rPr>
              <a:t> </a:t>
            </a:r>
            <a:r>
              <a:rPr dirty="0" sz="3200" spc="-1570">
                <a:latin typeface="Arial MT"/>
                <a:cs typeface="Arial MT"/>
              </a:rPr>
              <a:t>—</a:t>
            </a:r>
            <a:r>
              <a:rPr dirty="0" sz="3200" spc="-7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Smart</a:t>
            </a:r>
            <a:r>
              <a:rPr dirty="0" sz="3200" spc="-16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Education</a:t>
            </a:r>
            <a:endParaRPr sz="3200">
              <a:latin typeface="Arial MT"/>
              <a:cs typeface="Arial MT"/>
            </a:endParaRPr>
          </a:p>
          <a:p>
            <a:pPr marL="255904" indent="-243204">
              <a:lnSpc>
                <a:spcPct val="100000"/>
              </a:lnSpc>
              <a:spcBef>
                <a:spcPts val="1760"/>
              </a:spcBef>
              <a:buChar char="•"/>
              <a:tabLst>
                <a:tab pos="255904" algn="l"/>
              </a:tabLst>
            </a:pPr>
            <a:r>
              <a:rPr dirty="0" sz="3200" spc="-65">
                <a:latin typeface="Arial MT"/>
                <a:cs typeface="Arial MT"/>
              </a:rPr>
              <a:t>PS</a:t>
            </a:r>
            <a:r>
              <a:rPr dirty="0" sz="3200" spc="-16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Category</a:t>
            </a:r>
            <a:r>
              <a:rPr dirty="0" sz="3200" spc="55">
                <a:latin typeface="Arial MT"/>
                <a:cs typeface="Arial MT"/>
              </a:rPr>
              <a:t> </a:t>
            </a:r>
            <a:r>
              <a:rPr dirty="0" sz="3200" spc="-1570">
                <a:latin typeface="Arial MT"/>
                <a:cs typeface="Arial MT"/>
              </a:rPr>
              <a:t>—</a:t>
            </a:r>
            <a:r>
              <a:rPr dirty="0" sz="3200" spc="-7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Software</a:t>
            </a:r>
            <a:endParaRPr sz="3200">
              <a:latin typeface="Arial MT"/>
              <a:cs typeface="Arial MT"/>
            </a:endParaRPr>
          </a:p>
          <a:p>
            <a:pPr marL="266065" indent="-252729">
              <a:lnSpc>
                <a:spcPct val="100000"/>
              </a:lnSpc>
              <a:spcBef>
                <a:spcPts val="1860"/>
              </a:spcBef>
              <a:buChar char="•"/>
              <a:tabLst>
                <a:tab pos="266065" algn="l"/>
              </a:tabLst>
            </a:pPr>
            <a:r>
              <a:rPr dirty="0" sz="3100" spc="-10">
                <a:latin typeface="Arial MT"/>
                <a:cs typeface="Arial MT"/>
              </a:rPr>
              <a:t>Team</a:t>
            </a:r>
            <a:r>
              <a:rPr dirty="0" sz="3100" spc="-105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ID</a:t>
            </a:r>
            <a:r>
              <a:rPr dirty="0" sz="3100" spc="-180">
                <a:latin typeface="Arial MT"/>
                <a:cs typeface="Arial MT"/>
              </a:rPr>
              <a:t> </a:t>
            </a:r>
            <a:r>
              <a:rPr dirty="0" sz="3100" spc="-285">
                <a:latin typeface="Arial MT"/>
                <a:cs typeface="Arial MT"/>
              </a:rPr>
              <a:t>—</a:t>
            </a:r>
            <a:r>
              <a:rPr dirty="0" sz="3100" spc="-10">
                <a:latin typeface="Arial MT"/>
                <a:cs typeface="Arial MT"/>
              </a:rPr>
              <a:t>27113</a:t>
            </a:r>
            <a:endParaRPr sz="3100">
              <a:latin typeface="Arial MT"/>
              <a:cs typeface="Arial MT"/>
            </a:endParaRPr>
          </a:p>
          <a:p>
            <a:pPr marL="265430" indent="-252729">
              <a:lnSpc>
                <a:spcPct val="100000"/>
              </a:lnSpc>
              <a:spcBef>
                <a:spcPts val="1830"/>
              </a:spcBef>
              <a:buChar char="•"/>
              <a:tabLst>
                <a:tab pos="265430" algn="l"/>
              </a:tabLst>
            </a:pPr>
            <a:r>
              <a:rPr dirty="0" sz="3150" spc="-40">
                <a:latin typeface="Arial MT"/>
                <a:cs typeface="Arial MT"/>
              </a:rPr>
              <a:t>Team</a:t>
            </a:r>
            <a:r>
              <a:rPr dirty="0" sz="3150" spc="-85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Name</a:t>
            </a:r>
            <a:r>
              <a:rPr dirty="0" sz="3150" spc="730">
                <a:latin typeface="Arial MT"/>
                <a:cs typeface="Arial MT"/>
              </a:rPr>
              <a:t> </a:t>
            </a:r>
            <a:r>
              <a:rPr dirty="0" sz="3150" spc="-1515">
                <a:latin typeface="Arial MT"/>
                <a:cs typeface="Arial MT"/>
              </a:rPr>
              <a:t>—</a:t>
            </a:r>
            <a:r>
              <a:rPr dirty="0" sz="3150" spc="-80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Cannon</a:t>
            </a:r>
            <a:r>
              <a:rPr dirty="0" sz="3150" spc="145">
                <a:latin typeface="Arial MT"/>
                <a:cs typeface="Arial MT"/>
              </a:rPr>
              <a:t> </a:t>
            </a:r>
            <a:r>
              <a:rPr dirty="0" sz="3150" spc="-20">
                <a:latin typeface="Arial MT"/>
                <a:cs typeface="Arial MT"/>
              </a:rPr>
              <a:t>Crew</a:t>
            </a:r>
            <a:endParaRPr sz="31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795286" y="5852936"/>
            <a:ext cx="961390" cy="751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750" spc="-85">
                <a:solidFill>
                  <a:srgbClr val="5B5B5B"/>
                </a:solidFill>
                <a:latin typeface="Times New Roman"/>
                <a:cs typeface="Times New Roman"/>
              </a:rPr>
              <a:t>SIN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803919" y="433211"/>
            <a:ext cx="1626870" cy="96266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ctr" marL="12065" marR="5080">
              <a:lnSpc>
                <a:spcPct val="90100"/>
              </a:lnSpc>
              <a:spcBef>
                <a:spcPts val="385"/>
              </a:spcBef>
            </a:pPr>
            <a:r>
              <a:rPr dirty="0" sz="2100" spc="-45">
                <a:solidFill>
                  <a:srgbClr val="4B4B4B"/>
                </a:solidFill>
                <a:latin typeface="Times New Roman"/>
                <a:cs typeface="Times New Roman"/>
              </a:rPr>
              <a:t>SMART</a:t>
            </a:r>
            <a:r>
              <a:rPr dirty="0" sz="2100" spc="-2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2100" spc="-180">
                <a:solidFill>
                  <a:srgbClr val="4F4F4F"/>
                </a:solidFill>
                <a:latin typeface="Times New Roman"/>
                <a:cs typeface="Times New Roman"/>
              </a:rPr>
              <a:t>INDIA </a:t>
            </a:r>
            <a:r>
              <a:rPr dirty="0" sz="2300" spc="-60">
                <a:solidFill>
                  <a:srgbClr val="4B4B4B"/>
                </a:solidFill>
                <a:latin typeface="Cambria"/>
                <a:cs typeface="Cambria"/>
              </a:rPr>
              <a:t>HAGftATH0N </a:t>
            </a:r>
            <a:r>
              <a:rPr dirty="0" sz="2150" spc="90">
                <a:solidFill>
                  <a:srgbClr val="494949"/>
                </a:solidFill>
                <a:latin typeface="Cambria"/>
                <a:cs typeface="Cambria"/>
              </a:rPr>
              <a:t>2O2A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17996" y="538884"/>
            <a:ext cx="4553585" cy="601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750" spc="125">
                <a:latin typeface="Calibri"/>
                <a:cs typeface="Calibri"/>
              </a:rPr>
              <a:t>CIS-</a:t>
            </a:r>
            <a:r>
              <a:rPr dirty="0" sz="3750" spc="200">
                <a:latin typeface="Calibri"/>
                <a:cs typeface="Calibri"/>
              </a:rPr>
              <a:t>GPO</a:t>
            </a:r>
            <a:r>
              <a:rPr dirty="0" sz="3750" spc="229">
                <a:latin typeface="Calibri"/>
                <a:cs typeface="Calibri"/>
              </a:rPr>
              <a:t> </a:t>
            </a:r>
            <a:r>
              <a:rPr dirty="0" sz="3750" spc="-10" i="1">
                <a:latin typeface="Calibri"/>
                <a:cs typeface="Calibri"/>
              </a:rPr>
              <a:t>AUTOMATOR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62762" y="538884"/>
            <a:ext cx="1749425" cy="601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750" spc="85" i="1">
                <a:latin typeface="Calibri"/>
                <a:cs typeface="Calibri"/>
              </a:rPr>
              <a:t>AIR-</a:t>
            </a:r>
            <a:r>
              <a:rPr dirty="0" sz="3750" spc="95" i="1">
                <a:latin typeface="Calibri"/>
                <a:cs typeface="Calibri"/>
              </a:rPr>
              <a:t>GAP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9079" y="3071339"/>
            <a:ext cx="4180840" cy="290703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43204" marR="5080" indent="-231140">
              <a:lnSpc>
                <a:spcPct val="111900"/>
              </a:lnSpc>
              <a:spcBef>
                <a:spcPts val="65"/>
              </a:spcBef>
              <a:buChar char="•"/>
              <a:tabLst>
                <a:tab pos="252095" algn="l"/>
              </a:tabLst>
            </a:pPr>
            <a:r>
              <a:rPr dirty="0" sz="1750" spc="130">
                <a:latin typeface="Calibri"/>
                <a:cs typeface="Calibri"/>
              </a:rPr>
              <a:t>Desktop</a:t>
            </a:r>
            <a:r>
              <a:rPr dirty="0" sz="1750" spc="-30">
                <a:latin typeface="Calibri"/>
                <a:cs typeface="Calibri"/>
              </a:rPr>
              <a:t> </a:t>
            </a:r>
            <a:r>
              <a:rPr dirty="0" sz="1750" spc="145">
                <a:latin typeface="Calibri"/>
                <a:cs typeface="Calibri"/>
              </a:rPr>
              <a:t>App</a:t>
            </a:r>
            <a:r>
              <a:rPr dirty="0" sz="1750">
                <a:latin typeface="Calibri"/>
                <a:cs typeface="Calibri"/>
              </a:rPr>
              <a:t> </a:t>
            </a:r>
            <a:r>
              <a:rPr dirty="0" sz="1750" spc="-190">
                <a:solidFill>
                  <a:srgbClr val="111111"/>
                </a:solidFill>
                <a:latin typeface="Calibri"/>
                <a:cs typeface="Calibri"/>
              </a:rPr>
              <a:t>/</a:t>
            </a:r>
            <a:r>
              <a:rPr dirty="0" sz="1750" spc="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CLV:</a:t>
            </a:r>
            <a:r>
              <a:rPr dirty="0" sz="1750" spc="114"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111111"/>
                </a:solidFill>
                <a:latin typeface="Calibri"/>
                <a:cs typeface="Calibri"/>
              </a:rPr>
              <a:t>A</a:t>
            </a:r>
            <a:r>
              <a:rPr dirty="0" sz="1750" spc="6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750" spc="80">
                <a:latin typeface="Calibri"/>
                <a:cs typeface="Calibri"/>
              </a:rPr>
              <a:t>lightweight</a:t>
            </a:r>
            <a:r>
              <a:rPr dirty="0" sz="1750" spc="215">
                <a:latin typeface="Calibri"/>
                <a:cs typeface="Calibri"/>
              </a:rPr>
              <a:t> </a:t>
            </a:r>
            <a:r>
              <a:rPr dirty="0" sz="1750" spc="35">
                <a:latin typeface="Calibri"/>
                <a:cs typeface="Calibri"/>
              </a:rPr>
              <a:t>tool </a:t>
            </a:r>
            <a:r>
              <a:rPr dirty="0" sz="1750" spc="35">
                <a:latin typeface="Calibri"/>
                <a:cs typeface="Calibri"/>
              </a:rPr>
              <a:t>	</a:t>
            </a:r>
            <a:r>
              <a:rPr dirty="0" sz="1700" spc="125">
                <a:latin typeface="Calibri"/>
                <a:cs typeface="Calibri"/>
              </a:rPr>
              <a:t>capable</a:t>
            </a:r>
            <a:r>
              <a:rPr dirty="0" sz="1700" spc="55"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81818"/>
                </a:solidFill>
                <a:latin typeface="Calibri"/>
                <a:cs typeface="Calibri"/>
              </a:rPr>
              <a:t>of</a:t>
            </a:r>
            <a:r>
              <a:rPr dirty="0" sz="1700" spc="12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700" spc="90">
                <a:latin typeface="Calibri"/>
                <a:cs typeface="Calibri"/>
              </a:rPr>
              <a:t>autDmating</a:t>
            </a:r>
            <a:r>
              <a:rPr dirty="0" sz="1700" spc="235">
                <a:latin typeface="Calibri"/>
                <a:cs typeface="Calibri"/>
              </a:rPr>
              <a:t> </a:t>
            </a:r>
            <a:r>
              <a:rPr dirty="0" sz="1700" spc="90">
                <a:latin typeface="Calibri"/>
                <a:cs typeface="Calibri"/>
              </a:rPr>
              <a:t>GOP </a:t>
            </a:r>
            <a:r>
              <a:rPr dirty="0" sz="1700" spc="90">
                <a:latin typeface="Calibri"/>
                <a:cs typeface="Calibri"/>
              </a:rPr>
              <a:t>	</a:t>
            </a:r>
            <a:r>
              <a:rPr dirty="0" sz="1650" spc="125">
                <a:latin typeface="Calibri"/>
                <a:cs typeface="Calibri"/>
              </a:rPr>
              <a:t>Customization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 spc="160">
                <a:latin typeface="Calibri"/>
                <a:cs typeface="Calibri"/>
              </a:rPr>
              <a:t>based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150">
                <a:latin typeface="Calibri"/>
                <a:cs typeface="Calibri"/>
              </a:rPr>
              <a:t>an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114">
                <a:latin typeface="Calibri"/>
                <a:cs typeface="Calibri"/>
              </a:rPr>
              <a:t>CIS</a:t>
            </a:r>
            <a:r>
              <a:rPr dirty="0" sz="1650" spc="330">
                <a:latin typeface="Calibri"/>
                <a:cs typeface="Calibri"/>
              </a:rPr>
              <a:t> </a:t>
            </a:r>
            <a:r>
              <a:rPr dirty="0" sz="1650" spc="114">
                <a:latin typeface="Calibri"/>
                <a:cs typeface="Calibri"/>
              </a:rPr>
              <a:t>Guidelines</a:t>
            </a:r>
            <a:endParaRPr sz="1650">
              <a:latin typeface="Calibri"/>
              <a:cs typeface="Calibri"/>
            </a:endParaRPr>
          </a:p>
          <a:p>
            <a:pPr marL="243204" indent="-230504">
              <a:lnSpc>
                <a:spcPct val="100000"/>
              </a:lnSpc>
              <a:spcBef>
                <a:spcPts val="185"/>
              </a:spcBef>
              <a:buChar char="•"/>
              <a:tabLst>
                <a:tab pos="243204" algn="l"/>
              </a:tabLst>
            </a:pPr>
            <a:r>
              <a:rPr dirty="0" sz="1750" spc="145">
                <a:latin typeface="Calibri"/>
                <a:cs typeface="Calibri"/>
              </a:rPr>
              <a:t>LDcal</a:t>
            </a:r>
            <a:r>
              <a:rPr dirty="0" sz="1750" spc="-120">
                <a:latin typeface="Calibri"/>
                <a:cs typeface="Calibri"/>
              </a:rPr>
              <a:t> </a:t>
            </a:r>
            <a:r>
              <a:rPr dirty="0" sz="1750" spc="120">
                <a:latin typeface="Calibri"/>
                <a:cs typeface="Calibri"/>
              </a:rPr>
              <a:t>Al:</a:t>
            </a:r>
            <a:r>
              <a:rPr dirty="0" sz="1750" spc="-65">
                <a:latin typeface="Calibri"/>
                <a:cs typeface="Calibri"/>
              </a:rPr>
              <a:t> </a:t>
            </a:r>
            <a:r>
              <a:rPr dirty="0" sz="1750" spc="70">
                <a:latin typeface="Calibri"/>
                <a:cs typeface="Calibri"/>
              </a:rPr>
              <a:t>We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use</a:t>
            </a:r>
            <a:r>
              <a:rPr dirty="0" sz="1750" spc="280">
                <a:latin typeface="Calibri"/>
                <a:cs typeface="Calibri"/>
              </a:rPr>
              <a:t> </a:t>
            </a:r>
            <a:r>
              <a:rPr dirty="0" sz="1750" spc="140">
                <a:latin typeface="Calibri"/>
                <a:cs typeface="Calibri"/>
              </a:rPr>
              <a:t>Local</a:t>
            </a:r>
            <a:r>
              <a:rPr dirty="0" sz="1750" spc="-30">
                <a:latin typeface="Calibri"/>
                <a:cs typeface="Calibri"/>
              </a:rPr>
              <a:t> </a:t>
            </a:r>
            <a:r>
              <a:rPr dirty="0" sz="1750" spc="140">
                <a:latin typeface="Calibri"/>
                <a:cs typeface="Calibri"/>
              </a:rPr>
              <a:t>AI</a:t>
            </a:r>
            <a:r>
              <a:rPr dirty="0" sz="1750" spc="-80">
                <a:latin typeface="Calibri"/>
                <a:cs typeface="Calibri"/>
              </a:rPr>
              <a:t> </a:t>
            </a:r>
            <a:r>
              <a:rPr dirty="0" sz="1750" spc="85">
                <a:latin typeface="Calibri"/>
                <a:cs typeface="Calibri"/>
              </a:rPr>
              <a:t>and</a:t>
            </a:r>
            <a:r>
              <a:rPr dirty="0" sz="1750" spc="-20">
                <a:latin typeface="Calibri"/>
                <a:cs typeface="Calibri"/>
              </a:rPr>
              <a:t> </a:t>
            </a:r>
            <a:r>
              <a:rPr dirty="0" sz="1750" spc="170">
                <a:latin typeface="Calibri"/>
                <a:cs typeface="Calibri"/>
              </a:rPr>
              <a:t>LLMs</a:t>
            </a:r>
            <a:r>
              <a:rPr dirty="0" sz="1750" spc="65">
                <a:latin typeface="Calibri"/>
                <a:cs typeface="Calibri"/>
              </a:rPr>
              <a:t> </a:t>
            </a:r>
            <a:r>
              <a:rPr dirty="0" sz="1750" spc="-25">
                <a:solidFill>
                  <a:srgbClr val="0F0F0F"/>
                </a:solidFill>
                <a:latin typeface="Calibri"/>
                <a:cs typeface="Calibri"/>
              </a:rPr>
              <a:t>to</a:t>
            </a:r>
            <a:endParaRPr sz="1750">
              <a:latin typeface="Calibri"/>
              <a:cs typeface="Calibri"/>
            </a:endParaRPr>
          </a:p>
          <a:p>
            <a:pPr marL="252729">
              <a:lnSpc>
                <a:spcPct val="100000"/>
              </a:lnSpc>
              <a:spcBef>
                <a:spcPts val="265"/>
              </a:spcBef>
            </a:pPr>
            <a:r>
              <a:rPr dirty="0" sz="1650" spc="120">
                <a:latin typeface="Calibri"/>
                <a:cs typeface="Calibri"/>
              </a:rPr>
              <a:t>automa</a:t>
            </a:r>
            <a:r>
              <a:rPr dirty="0" sz="1650" spc="-165">
                <a:latin typeface="Calibri"/>
                <a:cs typeface="Calibri"/>
              </a:rPr>
              <a:t> </a:t>
            </a:r>
            <a:r>
              <a:rPr dirty="0" sz="1650" spc="90">
                <a:latin typeface="Calibri"/>
                <a:cs typeface="Calibri"/>
              </a:rPr>
              <a:t>te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100">
                <a:latin typeface="Calibri"/>
                <a:cs typeface="Calibri"/>
              </a:rPr>
              <a:t>the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 spc="90">
                <a:solidFill>
                  <a:srgbClr val="0F0F0F"/>
                </a:solidFill>
                <a:latin typeface="Calibri"/>
                <a:cs typeface="Calibri"/>
              </a:rPr>
              <a:t>c</a:t>
            </a:r>
            <a:r>
              <a:rPr dirty="0" sz="1650" spc="-22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650" spc="95">
                <a:latin typeface="Calibri"/>
                <a:cs typeface="Calibri"/>
              </a:rPr>
              <a:t>ustomi</a:t>
            </a:r>
            <a:r>
              <a:rPr dirty="0" sz="1650" spc="-170">
                <a:latin typeface="Calibri"/>
                <a:cs typeface="Calibri"/>
              </a:rPr>
              <a:t> </a:t>
            </a:r>
            <a:r>
              <a:rPr dirty="0" sz="1650" spc="80">
                <a:latin typeface="Calibri"/>
                <a:cs typeface="Calibri"/>
              </a:rPr>
              <a:t>zat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iDn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 spc="120">
                <a:latin typeface="Calibri"/>
                <a:cs typeface="Calibri"/>
              </a:rPr>
              <a:t>process.</a:t>
            </a:r>
            <a:endParaRPr sz="1650">
              <a:latin typeface="Calibri"/>
              <a:cs typeface="Calibri"/>
            </a:endParaRPr>
          </a:p>
          <a:p>
            <a:pPr marL="243204" marR="412750" indent="-231140">
              <a:lnSpc>
                <a:spcPts val="2270"/>
              </a:lnSpc>
              <a:spcBef>
                <a:spcPts val="120"/>
              </a:spcBef>
              <a:buChar char="•"/>
              <a:tabLst>
                <a:tab pos="255904" algn="l"/>
                <a:tab pos="713105" algn="l"/>
                <a:tab pos="1006475" algn="l"/>
              </a:tabLst>
            </a:pPr>
            <a:r>
              <a:rPr dirty="0" sz="1750" spc="-25">
                <a:latin typeface="Calibri"/>
                <a:cs typeface="Calibri"/>
              </a:rPr>
              <a:t>PDF</a:t>
            </a:r>
            <a:r>
              <a:rPr dirty="0" sz="1750">
                <a:latin typeface="Calibri"/>
                <a:cs typeface="Calibri"/>
              </a:rPr>
              <a:t>	</a:t>
            </a:r>
            <a:r>
              <a:rPr dirty="0" sz="1750" spc="-50">
                <a:latin typeface="Calibri"/>
                <a:cs typeface="Calibri"/>
              </a:rPr>
              <a:t>U</a:t>
            </a:r>
            <a:r>
              <a:rPr dirty="0" sz="1750">
                <a:latin typeface="Calibri"/>
                <a:cs typeface="Calibri"/>
              </a:rPr>
              <a:t>	</a:t>
            </a:r>
            <a:r>
              <a:rPr dirty="0" u="sng" sz="1750" spc="8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load</a:t>
            </a:r>
            <a:r>
              <a:rPr dirty="0" sz="1750" spc="80">
                <a:latin typeface="Calibri"/>
                <a:cs typeface="Calibri"/>
              </a:rPr>
              <a:t>:</a:t>
            </a:r>
            <a:r>
              <a:rPr dirty="0" sz="1750" spc="-15">
                <a:latin typeface="Calibri"/>
                <a:cs typeface="Calibri"/>
              </a:rPr>
              <a:t> </a:t>
            </a:r>
            <a:r>
              <a:rPr dirty="0" sz="1750" spc="105">
                <a:latin typeface="Calibri"/>
                <a:cs typeface="Calibri"/>
              </a:rPr>
              <a:t>Users</a:t>
            </a:r>
            <a:r>
              <a:rPr dirty="0" sz="1750" spc="-35">
                <a:latin typeface="Calibri"/>
                <a:cs typeface="Calibri"/>
              </a:rPr>
              <a:t> </a:t>
            </a:r>
            <a:r>
              <a:rPr dirty="0" sz="1750" spc="85">
                <a:latin typeface="Calibri"/>
                <a:cs typeface="Calibri"/>
              </a:rPr>
              <a:t>upload</a:t>
            </a:r>
            <a:r>
              <a:rPr dirty="0" sz="1750" spc="-55">
                <a:latin typeface="Calibri"/>
                <a:cs typeface="Calibri"/>
              </a:rPr>
              <a:t> </a:t>
            </a:r>
            <a:r>
              <a:rPr dirty="0" sz="1750" spc="55">
                <a:latin typeface="Calibri"/>
                <a:cs typeface="Calibri"/>
              </a:rPr>
              <a:t>CIS </a:t>
            </a:r>
            <a:r>
              <a:rPr dirty="0" sz="1750" spc="55">
                <a:latin typeface="Calibri"/>
                <a:cs typeface="Calibri"/>
              </a:rPr>
              <a:t>	</a:t>
            </a:r>
            <a:r>
              <a:rPr dirty="0" sz="1700" spc="100">
                <a:latin typeface="Calibri"/>
                <a:cs typeface="Calibri"/>
              </a:rPr>
              <a:t>guidelines</a:t>
            </a:r>
            <a:r>
              <a:rPr dirty="0" sz="1700" spc="105">
                <a:latin typeface="Calibri"/>
                <a:cs typeface="Calibri"/>
              </a:rPr>
              <a:t> as</a:t>
            </a:r>
            <a:r>
              <a:rPr dirty="0" sz="1700" spc="145">
                <a:latin typeface="Calibri"/>
                <a:cs typeface="Calibri"/>
              </a:rPr>
              <a:t> </a:t>
            </a:r>
            <a:r>
              <a:rPr dirty="0" sz="1700" spc="130">
                <a:latin typeface="Calibri"/>
                <a:cs typeface="Calibri"/>
              </a:rPr>
              <a:t>PDF</a:t>
            </a:r>
            <a:r>
              <a:rPr dirty="0" sz="1700" spc="90">
                <a:latin typeface="Calibri"/>
                <a:cs typeface="Calibri"/>
              </a:rPr>
              <a:t>  </a:t>
            </a:r>
            <a:r>
              <a:rPr dirty="0" sz="1700" spc="150">
                <a:latin typeface="Calibri"/>
                <a:cs typeface="Calibri"/>
              </a:rPr>
              <a:t>accessed</a:t>
            </a:r>
            <a:r>
              <a:rPr dirty="0" sz="1700" spc="50">
                <a:latin typeface="Calibri"/>
                <a:cs typeface="Calibri"/>
              </a:rPr>
              <a:t> </a:t>
            </a:r>
            <a:r>
              <a:rPr dirty="0" sz="1700" spc="160">
                <a:latin typeface="Calibri"/>
                <a:cs typeface="Calibri"/>
              </a:rPr>
              <a:t>by</a:t>
            </a:r>
            <a:r>
              <a:rPr dirty="0" sz="1700" spc="-85">
                <a:latin typeface="Calibri"/>
                <a:cs typeface="Calibri"/>
              </a:rPr>
              <a:t> </a:t>
            </a:r>
            <a:r>
              <a:rPr dirty="0" sz="1700" spc="50">
                <a:latin typeface="Calibri"/>
                <a:cs typeface="Calibri"/>
              </a:rPr>
              <a:t>the </a:t>
            </a:r>
            <a:r>
              <a:rPr dirty="0" sz="1700" spc="50">
                <a:latin typeface="Calibri"/>
                <a:cs typeface="Calibri"/>
              </a:rPr>
              <a:t>	</a:t>
            </a:r>
            <a:r>
              <a:rPr dirty="0" sz="1750" spc="105">
                <a:latin typeface="Calibri"/>
                <a:cs typeface="Calibri"/>
              </a:rPr>
              <a:t>LLM </a:t>
            </a:r>
            <a:r>
              <a:rPr dirty="0" sz="1750" spc="65">
                <a:latin typeface="Calibri"/>
                <a:cs typeface="Calibri"/>
              </a:rPr>
              <a:t>via</a:t>
            </a:r>
            <a:r>
              <a:rPr dirty="0" sz="1750" spc="-150">
                <a:latin typeface="Calibri"/>
                <a:cs typeface="Calibri"/>
              </a:rPr>
              <a:t> </a:t>
            </a:r>
            <a:r>
              <a:rPr dirty="0" u="sng" sz="1750" spc="90">
                <a:uFill>
                  <a:solidFill>
                    <a:srgbClr val="7044B8"/>
                  </a:solidFill>
                </a:uFill>
                <a:latin typeface="Calibri"/>
                <a:cs typeface="Calibri"/>
              </a:rPr>
              <a:t>RAG</a:t>
            </a:r>
            <a:r>
              <a:rPr dirty="0" u="sng" sz="1750" spc="190">
                <a:uFill>
                  <a:solidFill>
                    <a:srgbClr val="7044B8"/>
                  </a:solidFill>
                </a:uFill>
                <a:latin typeface="Calibri"/>
                <a:cs typeface="Calibri"/>
              </a:rPr>
              <a:t> </a:t>
            </a:r>
            <a:r>
              <a:rPr dirty="0" sz="1750" spc="-229">
                <a:latin typeface="Calibri"/>
                <a:cs typeface="Calibri"/>
              </a:rPr>
              <a:t> </a:t>
            </a:r>
            <a:r>
              <a:rPr dirty="0" u="sng" sz="1750" spc="45">
                <a:uFill>
                  <a:solidFill>
                    <a:srgbClr val="7044B8"/>
                  </a:solidFill>
                </a:uFill>
                <a:latin typeface="Calibri"/>
                <a:cs typeface="Calibri"/>
              </a:rPr>
              <a:t>pipeline</a:t>
            </a:r>
            <a:r>
              <a:rPr dirty="0" sz="1750" spc="45">
                <a:latin typeface="Calibri"/>
                <a:cs typeface="Calibri"/>
              </a:rPr>
              <a:t>.</a:t>
            </a:r>
            <a:endParaRPr sz="1750">
              <a:latin typeface="Calibri"/>
              <a:cs typeface="Calibri"/>
            </a:endParaRPr>
          </a:p>
          <a:p>
            <a:pPr marL="243840" indent="-230504">
              <a:lnSpc>
                <a:spcPct val="100000"/>
              </a:lnSpc>
              <a:spcBef>
                <a:spcPts val="150"/>
              </a:spcBef>
              <a:buChar char="•"/>
              <a:tabLst>
                <a:tab pos="243840" algn="l"/>
              </a:tabLst>
            </a:pPr>
            <a:r>
              <a:rPr dirty="0" sz="1650" spc="235">
                <a:latin typeface="Calibri"/>
                <a:cs typeface="Calibri"/>
              </a:rPr>
              <a:t>Easy</a:t>
            </a:r>
            <a:r>
              <a:rPr dirty="0" sz="1650" spc="-114">
                <a:latin typeface="Calibri"/>
                <a:cs typeface="Calibri"/>
              </a:rPr>
              <a:t> </a:t>
            </a:r>
            <a:r>
              <a:rPr dirty="0" sz="1650" spc="160">
                <a:latin typeface="Calibri"/>
                <a:cs typeface="Calibri"/>
              </a:rPr>
              <a:t>Testing:</a:t>
            </a:r>
            <a:r>
              <a:rPr dirty="0" sz="1650" spc="114">
                <a:latin typeface="Calibri"/>
                <a:cs typeface="Calibri"/>
              </a:rPr>
              <a:t> </a:t>
            </a:r>
            <a:r>
              <a:rPr dirty="0" sz="1650" spc="105">
                <a:latin typeface="Calibri"/>
                <a:cs typeface="Calibri"/>
              </a:rPr>
              <a:t>Our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 spc="85">
                <a:latin typeface="Calibri"/>
                <a:cs typeface="Calibri"/>
              </a:rPr>
              <a:t>in-</a:t>
            </a:r>
            <a:r>
              <a:rPr dirty="0" sz="1650" spc="125">
                <a:latin typeface="Calibri"/>
                <a:cs typeface="Calibri"/>
              </a:rPr>
              <a:t>house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 spc="120">
                <a:latin typeface="Calibri"/>
                <a:cs typeface="Calibri"/>
              </a:rPr>
              <a:t>suite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Df</a:t>
            </a:r>
            <a:endParaRPr sz="1650">
              <a:latin typeface="Calibri"/>
              <a:cs typeface="Calibri"/>
            </a:endParaRPr>
          </a:p>
          <a:p>
            <a:pPr marL="259079">
              <a:lnSpc>
                <a:spcPct val="100000"/>
              </a:lnSpc>
              <a:spcBef>
                <a:spcPts val="285"/>
              </a:spcBef>
            </a:pPr>
            <a:r>
              <a:rPr dirty="0" sz="1650" spc="80">
                <a:latin typeface="Calibri"/>
                <a:cs typeface="Calibri"/>
              </a:rPr>
              <a:t>tDals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 spc="135">
                <a:latin typeface="Calibri"/>
                <a:cs typeface="Calibri"/>
              </a:rPr>
              <a:t>ensures</a:t>
            </a:r>
            <a:r>
              <a:rPr dirty="0" sz="1650" spc="125">
                <a:latin typeface="Calibri"/>
                <a:cs typeface="Calibri"/>
              </a:rPr>
              <a:t> </a:t>
            </a:r>
            <a:r>
              <a:rPr dirty="0" sz="1650" spc="135">
                <a:latin typeface="Calibri"/>
                <a:cs typeface="Calibri"/>
              </a:rPr>
              <a:t>the</a:t>
            </a:r>
            <a:r>
              <a:rPr dirty="0" sz="1650" spc="-90">
                <a:latin typeface="Calibri"/>
                <a:cs typeface="Calibri"/>
              </a:rPr>
              <a:t> </a:t>
            </a:r>
            <a:r>
              <a:rPr dirty="0" sz="1650" spc="145">
                <a:latin typeface="Calibri"/>
                <a:cs typeface="Calibri"/>
              </a:rPr>
              <a:t>GOP's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 spc="170">
                <a:latin typeface="Calibri"/>
                <a:cs typeface="Calibri"/>
              </a:rPr>
              <a:t>are</a:t>
            </a:r>
            <a:r>
              <a:rPr dirty="0" sz="1650" spc="-85">
                <a:latin typeface="Calibri"/>
                <a:cs typeface="Calibri"/>
              </a:rPr>
              <a:t> </a:t>
            </a:r>
            <a:r>
              <a:rPr dirty="0" sz="1650" spc="105">
                <a:latin typeface="Calibri"/>
                <a:cs typeface="Calibri"/>
              </a:rPr>
              <a:t>enabled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9079" y="6235958"/>
            <a:ext cx="3817620" cy="17576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43204" marR="5080" indent="-231140">
              <a:lnSpc>
                <a:spcPct val="111900"/>
              </a:lnSpc>
              <a:spcBef>
                <a:spcPts val="65"/>
              </a:spcBef>
              <a:buChar char="•"/>
              <a:tabLst>
                <a:tab pos="252729" algn="l"/>
              </a:tabLst>
            </a:pPr>
            <a:r>
              <a:rPr dirty="0" sz="1750" spc="75">
                <a:latin typeface="Calibri"/>
                <a:cs typeface="Calibri"/>
              </a:rPr>
              <a:t>Import</a:t>
            </a:r>
            <a:r>
              <a:rPr dirty="0" sz="1750" spc="70">
                <a:latin typeface="Calibri"/>
                <a:cs typeface="Calibri"/>
              </a:rPr>
              <a:t> </a:t>
            </a:r>
            <a:r>
              <a:rPr dirty="0" sz="1750" spc="85">
                <a:latin typeface="Calibri"/>
                <a:cs typeface="Calibri"/>
              </a:rPr>
              <a:t>and</a:t>
            </a:r>
            <a:r>
              <a:rPr dirty="0" sz="1750" spc="-35">
                <a:latin typeface="Calibri"/>
                <a:cs typeface="Calibri"/>
              </a:rPr>
              <a:t> </a:t>
            </a:r>
            <a:r>
              <a:rPr dirty="0" sz="1750" spc="135">
                <a:latin typeface="Calibri"/>
                <a:cs typeface="Calibri"/>
              </a:rPr>
              <a:t>Export</a:t>
            </a:r>
            <a:r>
              <a:rPr dirty="0" sz="1750" spc="65">
                <a:latin typeface="Calibri"/>
                <a:cs typeface="Calibri"/>
              </a:rPr>
              <a:t> </a:t>
            </a:r>
            <a:r>
              <a:rPr dirty="0" sz="1750" spc="145">
                <a:latin typeface="Calibri"/>
                <a:cs typeface="Calibri"/>
              </a:rPr>
              <a:t>Settings:</a:t>
            </a:r>
            <a:r>
              <a:rPr dirty="0" sz="1750" spc="50">
                <a:latin typeface="Calibri"/>
                <a:cs typeface="Calibri"/>
              </a:rPr>
              <a:t> </a:t>
            </a:r>
            <a:r>
              <a:rPr dirty="0" sz="1750" spc="180">
                <a:latin typeface="Calibri"/>
                <a:cs typeface="Calibri"/>
              </a:rPr>
              <a:t>TOP </a:t>
            </a:r>
            <a:r>
              <a:rPr dirty="0" sz="1750" spc="180">
                <a:latin typeface="Calibri"/>
                <a:cs typeface="Calibri"/>
              </a:rPr>
              <a:t>	</a:t>
            </a:r>
            <a:r>
              <a:rPr dirty="0" sz="1700" spc="120">
                <a:latin typeface="Calibri"/>
                <a:cs typeface="Calibri"/>
              </a:rPr>
              <a:t>settings</a:t>
            </a:r>
            <a:r>
              <a:rPr dirty="0" sz="1700" spc="75">
                <a:latin typeface="Calibri"/>
                <a:cs typeface="Calibri"/>
              </a:rPr>
              <a:t> </a:t>
            </a:r>
            <a:r>
              <a:rPr dirty="0" sz="1700" spc="150">
                <a:latin typeface="Calibri"/>
                <a:cs typeface="Calibri"/>
              </a:rPr>
              <a:t>can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160">
                <a:latin typeface="Calibri"/>
                <a:cs typeface="Calibri"/>
              </a:rPr>
              <a:t>be</a:t>
            </a:r>
            <a:r>
              <a:rPr dirty="0" sz="1700" spc="-100">
                <a:latin typeface="Calibri"/>
                <a:cs typeface="Calibri"/>
              </a:rPr>
              <a:t> </a:t>
            </a:r>
            <a:r>
              <a:rPr dirty="0" sz="1700" spc="125">
                <a:latin typeface="Calibri"/>
                <a:cs typeface="Calibri"/>
              </a:rPr>
              <a:t>easily</a:t>
            </a:r>
            <a:r>
              <a:rPr dirty="0" sz="1700" spc="35">
                <a:latin typeface="Calibri"/>
                <a:cs typeface="Calibri"/>
              </a:rPr>
              <a:t> </a:t>
            </a:r>
            <a:r>
              <a:rPr dirty="0" sz="1700" spc="80">
                <a:latin typeface="Calibri"/>
                <a:cs typeface="Calibri"/>
              </a:rPr>
              <a:t>imported</a:t>
            </a:r>
            <a:r>
              <a:rPr dirty="0" sz="1700" spc="10">
                <a:latin typeface="Calibri"/>
                <a:cs typeface="Calibri"/>
              </a:rPr>
              <a:t> </a:t>
            </a:r>
            <a:r>
              <a:rPr dirty="0" sz="1700" spc="60">
                <a:latin typeface="Calibri"/>
                <a:cs typeface="Calibri"/>
              </a:rPr>
              <a:t>and </a:t>
            </a:r>
            <a:r>
              <a:rPr dirty="0" sz="1700" spc="60">
                <a:latin typeface="Calibri"/>
                <a:cs typeface="Calibri"/>
              </a:rPr>
              <a:t>	</a:t>
            </a:r>
            <a:r>
              <a:rPr dirty="0" sz="1650" spc="80">
                <a:latin typeface="Calibri"/>
                <a:cs typeface="Calibri"/>
              </a:rPr>
              <a:t>ex</a:t>
            </a:r>
            <a:r>
              <a:rPr dirty="0" sz="1650" spc="-114">
                <a:latin typeface="Calibri"/>
                <a:cs typeface="Calibri"/>
              </a:rPr>
              <a:t> </a:t>
            </a:r>
            <a:r>
              <a:rPr dirty="0" sz="1650" spc="90">
                <a:latin typeface="Calibri"/>
                <a:cs typeface="Calibri"/>
              </a:rPr>
              <a:t>pa</a:t>
            </a:r>
            <a:r>
              <a:rPr dirty="0" sz="1650" spc="-200">
                <a:latin typeface="Calibri"/>
                <a:cs typeface="Calibri"/>
              </a:rPr>
              <a:t> </a:t>
            </a:r>
            <a:r>
              <a:rPr dirty="0" sz="1650" spc="90">
                <a:latin typeface="Calibri"/>
                <a:cs typeface="Calibri"/>
              </a:rPr>
              <a:t>rted</a:t>
            </a:r>
            <a:r>
              <a:rPr dirty="0" sz="1650" spc="1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any</a:t>
            </a:r>
            <a:r>
              <a:rPr dirty="0" sz="1650" spc="390">
                <a:latin typeface="Calibri"/>
                <a:cs typeface="Calibri"/>
              </a:rPr>
              <a:t> </a:t>
            </a:r>
            <a:r>
              <a:rPr dirty="0" sz="1650" spc="90">
                <a:latin typeface="Calibri"/>
                <a:cs typeface="Calibri"/>
              </a:rPr>
              <a:t>file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 spc="100">
                <a:latin typeface="Calibri"/>
                <a:cs typeface="Calibri"/>
              </a:rPr>
              <a:t>format</a:t>
            </a:r>
            <a:endParaRPr sz="1650">
              <a:latin typeface="Calibri"/>
              <a:cs typeface="Calibri"/>
            </a:endParaRPr>
          </a:p>
          <a:p>
            <a:pPr marL="243840" marR="12065" indent="-231775">
              <a:lnSpc>
                <a:spcPts val="2270"/>
              </a:lnSpc>
              <a:spcBef>
                <a:spcPts val="100"/>
              </a:spcBef>
              <a:buChar char="•"/>
              <a:tabLst>
                <a:tab pos="243840" algn="l"/>
                <a:tab pos="254635" algn="l"/>
              </a:tabLst>
            </a:pPr>
            <a:r>
              <a:rPr dirty="0" sz="1750">
                <a:latin typeface="Calibri"/>
                <a:cs typeface="Calibri"/>
              </a:rPr>
              <a:t>	</a:t>
            </a:r>
            <a:r>
              <a:rPr dirty="0" sz="1750" spc="155">
                <a:latin typeface="Calibri"/>
                <a:cs typeface="Calibri"/>
              </a:rPr>
              <a:t>Saving</a:t>
            </a:r>
            <a:r>
              <a:rPr dirty="0" sz="1750" spc="-20">
                <a:latin typeface="Calibri"/>
                <a:cs typeface="Calibri"/>
              </a:rPr>
              <a:t> </a:t>
            </a:r>
            <a:r>
              <a:rPr dirty="0" sz="1750" spc="110">
                <a:latin typeface="Calibri"/>
                <a:cs typeface="Calibri"/>
              </a:rPr>
              <a:t>andDDcumentation:</a:t>
            </a:r>
            <a:r>
              <a:rPr dirty="0" sz="1750" spc="-5">
                <a:latin typeface="Calibri"/>
                <a:cs typeface="Calibri"/>
              </a:rPr>
              <a:t> </a:t>
            </a:r>
            <a:r>
              <a:rPr dirty="0" sz="1750" spc="95">
                <a:latin typeface="Calibri"/>
                <a:cs typeface="Calibri"/>
              </a:rPr>
              <a:t>Save </a:t>
            </a:r>
            <a:r>
              <a:rPr dirty="0" sz="1650" spc="110">
                <a:latin typeface="Calibri"/>
                <a:cs typeface="Calibri"/>
              </a:rPr>
              <a:t>Group</a:t>
            </a:r>
            <a:r>
              <a:rPr dirty="0" sz="1650" spc="60">
                <a:latin typeface="Calibri"/>
                <a:cs typeface="Calibri"/>
              </a:rPr>
              <a:t> </a:t>
            </a:r>
            <a:r>
              <a:rPr dirty="0" sz="1650" spc="120">
                <a:latin typeface="Calibri"/>
                <a:cs typeface="Calibri"/>
              </a:rPr>
              <a:t>cDnfigurat</a:t>
            </a:r>
            <a:r>
              <a:rPr dirty="0" sz="1650" spc="-85">
                <a:latin typeface="Calibri"/>
                <a:cs typeface="Calibri"/>
              </a:rPr>
              <a:t> </a:t>
            </a:r>
            <a:r>
              <a:rPr dirty="0" sz="1650" spc="50">
                <a:latin typeface="Calibri"/>
                <a:cs typeface="Calibri"/>
              </a:rPr>
              <a:t>iDns</a:t>
            </a:r>
            <a:r>
              <a:rPr dirty="0" sz="1650" spc="2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fDr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fut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ure</a:t>
            </a:r>
            <a:r>
              <a:rPr dirty="0" sz="1650" spc="31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use </a:t>
            </a:r>
            <a:r>
              <a:rPr dirty="0" sz="1700" spc="110">
                <a:latin typeface="Calibri"/>
                <a:cs typeface="Calibri"/>
              </a:rPr>
              <a:t>with</a:t>
            </a:r>
            <a:r>
              <a:rPr dirty="0" sz="1700" spc="-105">
                <a:latin typeface="Calibri"/>
                <a:cs typeface="Calibri"/>
              </a:rPr>
              <a:t> </a:t>
            </a:r>
            <a:r>
              <a:rPr dirty="0" sz="1700" spc="105">
                <a:latin typeface="Calibri"/>
                <a:cs typeface="Calibri"/>
              </a:rPr>
              <a:t>rich</a:t>
            </a:r>
            <a:r>
              <a:rPr dirty="0" sz="1700" spc="-75">
                <a:latin typeface="Calibri"/>
                <a:cs typeface="Calibri"/>
              </a:rPr>
              <a:t> </a:t>
            </a:r>
            <a:r>
              <a:rPr dirty="0" sz="1700" spc="95">
                <a:latin typeface="Calibri"/>
                <a:cs typeface="Calibri"/>
              </a:rPr>
              <a:t>documentation.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60719" y="3063103"/>
            <a:ext cx="4028440" cy="461772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231775" indent="-218440">
              <a:lnSpc>
                <a:spcPct val="100000"/>
              </a:lnSpc>
              <a:spcBef>
                <a:spcPts val="330"/>
              </a:spcBef>
              <a:buChar char="•"/>
              <a:tabLst>
                <a:tab pos="231775" algn="l"/>
              </a:tabLst>
            </a:pPr>
            <a:r>
              <a:rPr dirty="0" sz="1600" spc="90">
                <a:latin typeface="Calibri"/>
                <a:cs typeface="Calibri"/>
              </a:rPr>
              <a:t>AUtDIz</a:t>
            </a:r>
            <a:r>
              <a:rPr dirty="0" sz="1600" spc="120">
                <a:latin typeface="Calibri"/>
                <a:cs typeface="Calibri"/>
              </a:rPr>
              <a:t> </a:t>
            </a:r>
            <a:r>
              <a:rPr dirty="0" sz="1600" spc="75">
                <a:latin typeface="Calibri"/>
                <a:cs typeface="Calibri"/>
              </a:rPr>
              <a:t>at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100">
                <a:latin typeface="Calibri"/>
                <a:cs typeface="Calibri"/>
              </a:rPr>
              <a:t>ion:</a:t>
            </a:r>
            <a:r>
              <a:rPr dirty="0" sz="1600" spc="-80">
                <a:latin typeface="Calibri"/>
                <a:cs typeface="Calibri"/>
              </a:rPr>
              <a:t> </a:t>
            </a:r>
            <a:r>
              <a:rPr dirty="0" sz="1600" spc="130">
                <a:latin typeface="Calibri"/>
                <a:cs typeface="Calibri"/>
              </a:rPr>
              <a:t>Turn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 spc="114">
                <a:latin typeface="Calibri"/>
                <a:cs typeface="Calibri"/>
              </a:rPr>
              <a:t>CIS</a:t>
            </a:r>
            <a:r>
              <a:rPr dirty="0" sz="1600" spc="75">
                <a:latin typeface="Calibri"/>
                <a:cs typeface="Calibri"/>
              </a:rPr>
              <a:t>  </a:t>
            </a:r>
            <a:r>
              <a:rPr dirty="0" sz="1600" spc="155">
                <a:latin typeface="Calibri"/>
                <a:cs typeface="Calibri"/>
              </a:rPr>
              <a:t>guidelines</a:t>
            </a:r>
            <a:r>
              <a:rPr dirty="0" sz="1600" spc="80">
                <a:latin typeface="Calibri"/>
                <a:cs typeface="Calibri"/>
              </a:rPr>
              <a:t> </a:t>
            </a:r>
            <a:r>
              <a:rPr dirty="0" sz="1600" spc="85">
                <a:solidFill>
                  <a:srgbClr val="0F0F0F"/>
                </a:solidFill>
                <a:latin typeface="Calibri"/>
                <a:cs typeface="Calibri"/>
              </a:rPr>
              <a:t>into</a:t>
            </a:r>
            <a:endParaRPr sz="1600">
              <a:latin typeface="Calibri"/>
              <a:cs typeface="Calibri"/>
            </a:endParaRPr>
          </a:p>
          <a:p>
            <a:pPr marL="230504">
              <a:lnSpc>
                <a:spcPct val="100000"/>
              </a:lnSpc>
              <a:spcBef>
                <a:spcPts val="245"/>
              </a:spcBef>
            </a:pPr>
            <a:r>
              <a:rPr dirty="0" sz="1700" spc="120">
                <a:latin typeface="Calibri"/>
                <a:cs typeface="Calibri"/>
              </a:rPr>
              <a:t>PowerShell.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120">
                <a:latin typeface="Calibri"/>
                <a:cs typeface="Calibri"/>
              </a:rPr>
              <a:t>reducing</a:t>
            </a:r>
            <a:r>
              <a:rPr dirty="0" sz="1700" spc="65">
                <a:latin typeface="Calibri"/>
                <a:cs typeface="Calibri"/>
              </a:rPr>
              <a:t> </a:t>
            </a:r>
            <a:r>
              <a:rPr dirty="0" sz="1700" spc="114">
                <a:latin typeface="Calibri"/>
                <a:cs typeface="Calibri"/>
              </a:rPr>
              <a:t>manual</a:t>
            </a:r>
            <a:r>
              <a:rPr dirty="0" sz="1700" spc="-80">
                <a:latin typeface="Calibri"/>
                <a:cs typeface="Calibri"/>
              </a:rPr>
              <a:t> </a:t>
            </a:r>
            <a:r>
              <a:rPr dirty="0" sz="1700" spc="60">
                <a:latin typeface="Calibri"/>
                <a:cs typeface="Calibri"/>
              </a:rPr>
              <a:t>work</a:t>
            </a:r>
            <a:endParaRPr sz="1700">
              <a:latin typeface="Calibri"/>
              <a:cs typeface="Calibri"/>
            </a:endParaRPr>
          </a:p>
          <a:p>
            <a:pPr marL="232410">
              <a:lnSpc>
                <a:spcPct val="100000"/>
              </a:lnSpc>
              <a:spcBef>
                <a:spcPts val="275"/>
              </a:spcBef>
            </a:pPr>
            <a:r>
              <a:rPr dirty="0" sz="1650" spc="60">
                <a:solidFill>
                  <a:srgbClr val="282828"/>
                </a:solidFill>
                <a:latin typeface="Calibri"/>
                <a:cs typeface="Calibri"/>
              </a:rPr>
              <a:t>fa</a:t>
            </a:r>
            <a:r>
              <a:rPr dirty="0" sz="1650" spc="-1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1A1A1A"/>
                </a:solidFill>
                <a:latin typeface="Calibri"/>
                <a:cs typeface="Calibri"/>
              </a:rPr>
              <a:t>ca</a:t>
            </a:r>
            <a:r>
              <a:rPr dirty="0" sz="1650" spc="17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650" spc="135">
                <a:latin typeface="Calibri"/>
                <a:cs typeface="Calibri"/>
              </a:rPr>
              <a:t>mplex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 spc="110">
                <a:latin typeface="Calibri"/>
                <a:cs typeface="Calibri"/>
              </a:rPr>
              <a:t>sec</a:t>
            </a:r>
            <a:r>
              <a:rPr dirty="0" sz="1650" spc="-85">
                <a:latin typeface="Calibri"/>
                <a:cs typeface="Calibri"/>
              </a:rPr>
              <a:t> </a:t>
            </a:r>
            <a:r>
              <a:rPr dirty="0" sz="1650" spc="85">
                <a:latin typeface="Calibri"/>
                <a:cs typeface="Calibri"/>
              </a:rPr>
              <a:t>urity</a:t>
            </a:r>
            <a:r>
              <a:rPr dirty="0" sz="1650" spc="60">
                <a:latin typeface="Calibri"/>
                <a:cs typeface="Calibri"/>
              </a:rPr>
              <a:t> </a:t>
            </a:r>
            <a:r>
              <a:rPr dirty="0" sz="1650" spc="95">
                <a:latin typeface="Calibri"/>
                <a:cs typeface="Calibri"/>
              </a:rPr>
              <a:t>set</a:t>
            </a:r>
            <a:r>
              <a:rPr dirty="0" sz="1650" spc="-160">
                <a:latin typeface="Calibri"/>
                <a:cs typeface="Calibri"/>
              </a:rPr>
              <a:t> </a:t>
            </a:r>
            <a:r>
              <a:rPr dirty="0" sz="1650" spc="75">
                <a:latin typeface="Calibri"/>
                <a:cs typeface="Calibri"/>
              </a:rPr>
              <a:t>ups.</a:t>
            </a:r>
            <a:endParaRPr sz="1650">
              <a:latin typeface="Calibri"/>
              <a:cs typeface="Calibri"/>
            </a:endParaRPr>
          </a:p>
          <a:p>
            <a:pPr marL="226695" marR="158115" indent="-213995">
              <a:lnSpc>
                <a:spcPct val="113599"/>
              </a:lnSpc>
              <a:spcBef>
                <a:spcPts val="15"/>
              </a:spcBef>
              <a:buChar char="•"/>
              <a:tabLst>
                <a:tab pos="226695" algn="l"/>
                <a:tab pos="232410" algn="l"/>
              </a:tabLst>
            </a:pP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140">
                <a:latin typeface="Calibri"/>
                <a:cs typeface="Calibri"/>
              </a:rPr>
              <a:t>A</a:t>
            </a:r>
            <a:r>
              <a:rPr dirty="0" sz="1650" spc="-150">
                <a:latin typeface="Calibri"/>
                <a:cs typeface="Calibri"/>
              </a:rPr>
              <a:t> </a:t>
            </a:r>
            <a:r>
              <a:rPr dirty="0" sz="1650" spc="110">
                <a:latin typeface="Calibri"/>
                <a:cs typeface="Calibri"/>
              </a:rPr>
              <a:t>ir-</a:t>
            </a:r>
            <a:r>
              <a:rPr dirty="0" sz="1650" spc="190">
                <a:latin typeface="Calibri"/>
                <a:cs typeface="Calibri"/>
              </a:rPr>
              <a:t>gapped</a:t>
            </a:r>
            <a:r>
              <a:rPr dirty="0" sz="1650" spc="-165">
                <a:latin typeface="Calibri"/>
                <a:cs typeface="Calibri"/>
              </a:rPr>
              <a:t> </a:t>
            </a:r>
            <a:r>
              <a:rPr dirty="0" sz="1650" spc="155">
                <a:latin typeface="Calibri"/>
                <a:cs typeface="Calibri"/>
              </a:rPr>
              <a:t>Friendly: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 spc="165">
                <a:latin typeface="Calibri"/>
                <a:cs typeface="Calibri"/>
              </a:rPr>
              <a:t>Runs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70">
                <a:latin typeface="Calibri"/>
                <a:cs typeface="Calibri"/>
              </a:rPr>
              <a:t>lDCally, </a:t>
            </a:r>
            <a:r>
              <a:rPr dirty="0" sz="1650" spc="125">
                <a:latin typeface="Calibri"/>
                <a:cs typeface="Calibri"/>
              </a:rPr>
              <a:t>ideal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 spc="125">
                <a:latin typeface="Calibri"/>
                <a:cs typeface="Calibri"/>
              </a:rPr>
              <a:t>for</a:t>
            </a:r>
            <a:r>
              <a:rPr dirty="0" sz="1650" spc="-110">
                <a:latin typeface="Calibri"/>
                <a:cs typeface="Calibri"/>
              </a:rPr>
              <a:t> </a:t>
            </a:r>
            <a:r>
              <a:rPr dirty="0" sz="1650" spc="150">
                <a:latin typeface="Calibri"/>
                <a:cs typeface="Calibri"/>
              </a:rPr>
              <a:t>high-</a:t>
            </a:r>
            <a:r>
              <a:rPr dirty="0" sz="1650" spc="125">
                <a:latin typeface="Calibri"/>
                <a:cs typeface="Calibri"/>
              </a:rPr>
              <a:t>security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 spc="85">
                <a:latin typeface="Calibri"/>
                <a:cs typeface="Calibri"/>
              </a:rPr>
              <a:t>envirDnments </a:t>
            </a:r>
            <a:r>
              <a:rPr dirty="0" sz="1650" spc="80">
                <a:latin typeface="Calibri"/>
                <a:cs typeface="Calibri"/>
              </a:rPr>
              <a:t>w</a:t>
            </a:r>
            <a:r>
              <a:rPr dirty="0" sz="1650" spc="-204">
                <a:latin typeface="Calibri"/>
                <a:cs typeface="Calibri"/>
              </a:rPr>
              <a:t> </a:t>
            </a:r>
            <a:r>
              <a:rPr dirty="0" sz="1650" spc="50">
                <a:latin typeface="Calibri"/>
                <a:cs typeface="Calibri"/>
              </a:rPr>
              <a:t>ithDut</a:t>
            </a:r>
            <a:r>
              <a:rPr dirty="0" sz="1650" spc="165">
                <a:latin typeface="Calibri"/>
                <a:cs typeface="Calibri"/>
              </a:rPr>
              <a:t> </a:t>
            </a:r>
            <a:r>
              <a:rPr dirty="0" sz="1650" spc="90">
                <a:latin typeface="Calibri"/>
                <a:cs typeface="Calibri"/>
              </a:rPr>
              <a:t>internet.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 spc="140">
                <a:latin typeface="Calibri"/>
                <a:cs typeface="Calibri"/>
              </a:rPr>
              <a:t>Even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 spc="130">
                <a:latin typeface="Calibri"/>
                <a:cs typeface="Calibri"/>
              </a:rPr>
              <a:t>the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95">
                <a:solidFill>
                  <a:srgbClr val="111111"/>
                </a:solidFill>
                <a:latin typeface="Calibri"/>
                <a:cs typeface="Calibri"/>
              </a:rPr>
              <a:t>Al </a:t>
            </a:r>
            <a:r>
              <a:rPr dirty="0" sz="1700" spc="75">
                <a:latin typeface="Calibri"/>
                <a:cs typeface="Calibri"/>
              </a:rPr>
              <a:t>component.</a:t>
            </a:r>
            <a:endParaRPr sz="1700">
              <a:latin typeface="Calibri"/>
              <a:cs typeface="Calibri"/>
            </a:endParaRPr>
          </a:p>
          <a:p>
            <a:pPr marL="225425" marR="194945" indent="-213360">
              <a:lnSpc>
                <a:spcPts val="2270"/>
              </a:lnSpc>
              <a:spcBef>
                <a:spcPts val="110"/>
              </a:spcBef>
              <a:buChar char="•"/>
              <a:tabLst>
                <a:tab pos="233045" algn="l"/>
              </a:tabLst>
            </a:pPr>
            <a:r>
              <a:rPr dirty="0" sz="1700" spc="145">
                <a:latin typeface="Calibri"/>
                <a:cs typeface="Calibri"/>
              </a:rPr>
              <a:t>Customizable:</a:t>
            </a:r>
            <a:r>
              <a:rPr dirty="0" sz="1700" spc="60">
                <a:latin typeface="Calibri"/>
                <a:cs typeface="Calibri"/>
              </a:rPr>
              <a:t> </a:t>
            </a:r>
            <a:r>
              <a:rPr dirty="0" sz="1700" spc="100">
                <a:latin typeface="Calibri"/>
                <a:cs typeface="Calibri"/>
              </a:rPr>
              <a:t>Tailors</a:t>
            </a:r>
            <a:r>
              <a:rPr dirty="0" sz="1700" spc="30">
                <a:latin typeface="Calibri"/>
                <a:cs typeface="Calibri"/>
              </a:rPr>
              <a:t> </a:t>
            </a:r>
            <a:r>
              <a:rPr dirty="0" sz="1700" spc="155">
                <a:latin typeface="Calibri"/>
                <a:cs typeface="Calibri"/>
              </a:rPr>
              <a:t>GPO</a:t>
            </a:r>
            <a:r>
              <a:rPr dirty="0" sz="1700" spc="45">
                <a:latin typeface="Calibri"/>
                <a:cs typeface="Calibri"/>
              </a:rPr>
              <a:t> </a:t>
            </a:r>
            <a:r>
              <a:rPr dirty="0" sz="1700" spc="110">
                <a:latin typeface="Calibri"/>
                <a:cs typeface="Calibri"/>
              </a:rPr>
              <a:t>settings </a:t>
            </a:r>
            <a:r>
              <a:rPr dirty="0" sz="1700" spc="110">
                <a:latin typeface="Calibri"/>
                <a:cs typeface="Calibri"/>
              </a:rPr>
              <a:t>	</a:t>
            </a:r>
            <a:r>
              <a:rPr dirty="0" sz="1650" spc="75">
                <a:latin typeface="Calibri"/>
                <a:cs typeface="Calibri"/>
              </a:rPr>
              <a:t>to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 spc="120">
                <a:latin typeface="Calibri"/>
                <a:cs typeface="Calibri"/>
              </a:rPr>
              <a:t>user</a:t>
            </a:r>
            <a:r>
              <a:rPr dirty="0" sz="1650" spc="110">
                <a:latin typeface="Calibri"/>
                <a:cs typeface="Calibri"/>
              </a:rPr>
              <a:t> </a:t>
            </a:r>
            <a:r>
              <a:rPr dirty="0" sz="1650" spc="140">
                <a:latin typeface="Calibri"/>
                <a:cs typeface="Calibri"/>
              </a:rPr>
              <a:t>needs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 spc="114">
                <a:latin typeface="Calibri"/>
                <a:cs typeface="Calibri"/>
              </a:rPr>
              <a:t>while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 spc="110">
                <a:latin typeface="Calibri"/>
                <a:cs typeface="Calibri"/>
              </a:rPr>
              <a:t>adher</a:t>
            </a:r>
            <a:r>
              <a:rPr dirty="0" sz="1650" spc="-225">
                <a:latin typeface="Calibri"/>
                <a:cs typeface="Calibri"/>
              </a:rPr>
              <a:t> </a:t>
            </a:r>
            <a:r>
              <a:rPr dirty="0" sz="1650" spc="80">
                <a:latin typeface="Calibri"/>
                <a:cs typeface="Calibri"/>
              </a:rPr>
              <a:t>ing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tD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CI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 spc="-50">
                <a:latin typeface="Calibri"/>
                <a:cs typeface="Calibri"/>
              </a:rPr>
              <a:t>S </a:t>
            </a:r>
            <a:r>
              <a:rPr dirty="0" sz="1650" spc="-50">
                <a:latin typeface="Calibri"/>
                <a:cs typeface="Calibri"/>
              </a:rPr>
              <a:t>	</a:t>
            </a:r>
            <a:r>
              <a:rPr dirty="0" sz="1700" spc="100">
                <a:latin typeface="Calibri"/>
                <a:cs typeface="Calibri"/>
              </a:rPr>
              <a:t>standards.</a:t>
            </a:r>
            <a:endParaRPr sz="1700">
              <a:latin typeface="Calibri"/>
              <a:cs typeface="Calibri"/>
            </a:endParaRPr>
          </a:p>
          <a:p>
            <a:pPr marL="226060" indent="-213360">
              <a:lnSpc>
                <a:spcPct val="100000"/>
              </a:lnSpc>
              <a:spcBef>
                <a:spcPts val="105"/>
              </a:spcBef>
              <a:buChar char="•"/>
              <a:tabLst>
                <a:tab pos="226060" algn="l"/>
              </a:tabLst>
            </a:pPr>
            <a:r>
              <a:rPr dirty="0" sz="1700" spc="140">
                <a:latin typeface="Calibri"/>
                <a:cs typeface="Calibri"/>
              </a:rPr>
              <a:t>Consistent:</a:t>
            </a:r>
            <a:r>
              <a:rPr dirty="0" sz="1700">
                <a:latin typeface="Calibri"/>
                <a:cs typeface="Calibri"/>
              </a:rPr>
              <a:t> </a:t>
            </a:r>
            <a:r>
              <a:rPr dirty="0" sz="1700" spc="110">
                <a:latin typeface="Calibri"/>
                <a:cs typeface="Calibri"/>
              </a:rPr>
              <a:t>Exports/imports</a:t>
            </a:r>
            <a:r>
              <a:rPr dirty="0" sz="1700" spc="55">
                <a:latin typeface="Calibri"/>
                <a:cs typeface="Calibri"/>
              </a:rPr>
              <a:t> </a:t>
            </a:r>
            <a:r>
              <a:rPr dirty="0" sz="1700" spc="85">
                <a:latin typeface="Calibri"/>
                <a:cs typeface="Calibri"/>
              </a:rPr>
              <a:t>policies</a:t>
            </a:r>
            <a:endParaRPr sz="1700">
              <a:latin typeface="Calibri"/>
              <a:cs typeface="Calibri"/>
            </a:endParaRPr>
          </a:p>
          <a:p>
            <a:pPr algn="r" marR="122555">
              <a:lnSpc>
                <a:spcPct val="100000"/>
              </a:lnSpc>
              <a:spcBef>
                <a:spcPts val="225"/>
              </a:spcBef>
            </a:pPr>
            <a:r>
              <a:rPr dirty="0" sz="1700" spc="95">
                <a:latin typeface="Calibri"/>
                <a:cs typeface="Calibri"/>
              </a:rPr>
              <a:t>far</a:t>
            </a:r>
            <a:r>
              <a:rPr dirty="0" sz="1700" spc="40">
                <a:latin typeface="Calibri"/>
                <a:cs typeface="Calibri"/>
              </a:rPr>
              <a:t> </a:t>
            </a:r>
            <a:r>
              <a:rPr dirty="0" sz="1700" spc="135">
                <a:latin typeface="Calibri"/>
                <a:cs typeface="Calibri"/>
              </a:rPr>
              <a:t>easy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110">
                <a:latin typeface="Calibri"/>
                <a:cs typeface="Calibri"/>
              </a:rPr>
              <a:t>application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145">
                <a:latin typeface="Calibri"/>
                <a:cs typeface="Calibri"/>
              </a:rPr>
              <a:t>across</a:t>
            </a:r>
            <a:r>
              <a:rPr dirty="0" sz="1700" spc="160">
                <a:latin typeface="Calibri"/>
                <a:cs typeface="Calibri"/>
              </a:rPr>
              <a:t> </a:t>
            </a:r>
            <a:r>
              <a:rPr dirty="0" sz="1700" spc="125">
                <a:latin typeface="Calibri"/>
                <a:cs typeface="Calibri"/>
              </a:rPr>
              <a:t>systems.</a:t>
            </a:r>
            <a:endParaRPr sz="1700">
              <a:latin typeface="Calibri"/>
              <a:cs typeface="Calibri"/>
            </a:endParaRPr>
          </a:p>
          <a:p>
            <a:pPr algn="r" marL="219710" marR="123189" indent="-219710">
              <a:lnSpc>
                <a:spcPct val="100000"/>
              </a:lnSpc>
              <a:spcBef>
                <a:spcPts val="275"/>
              </a:spcBef>
              <a:buChar char="•"/>
              <a:tabLst>
                <a:tab pos="219710" algn="l"/>
              </a:tabLst>
            </a:pPr>
            <a:r>
              <a:rPr dirty="0" sz="1650" spc="125">
                <a:latin typeface="Calibri"/>
                <a:cs typeface="Calibri"/>
              </a:rPr>
              <a:t>Val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 spc="135">
                <a:latin typeface="Calibri"/>
                <a:cs typeface="Calibri"/>
              </a:rPr>
              <a:t>idated: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 spc="125">
                <a:latin typeface="Calibri"/>
                <a:cs typeface="Calibri"/>
              </a:rPr>
              <a:t>Includes</a:t>
            </a:r>
            <a:r>
              <a:rPr dirty="0" sz="1650" spc="70">
                <a:latin typeface="Calibri"/>
                <a:cs typeface="Calibri"/>
              </a:rPr>
              <a:t> </a:t>
            </a:r>
            <a:r>
              <a:rPr dirty="0" sz="1650" spc="130">
                <a:latin typeface="Calibri"/>
                <a:cs typeface="Calibri"/>
              </a:rPr>
              <a:t>security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 spc="155">
                <a:latin typeface="Calibri"/>
                <a:cs typeface="Calibri"/>
              </a:rPr>
              <a:t>tests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tD</a:t>
            </a:r>
            <a:endParaRPr sz="1650">
              <a:latin typeface="Calibri"/>
              <a:cs typeface="Calibri"/>
            </a:endParaRPr>
          </a:p>
          <a:p>
            <a:pPr marL="226060">
              <a:lnSpc>
                <a:spcPct val="100000"/>
              </a:lnSpc>
              <a:spcBef>
                <a:spcPts val="235"/>
              </a:spcBef>
            </a:pPr>
            <a:r>
              <a:rPr dirty="0" sz="1700" spc="120">
                <a:latin typeface="Calibri"/>
                <a:cs typeface="Calibri"/>
              </a:rPr>
              <a:t>ensure</a:t>
            </a:r>
            <a:r>
              <a:rPr dirty="0" sz="1700" spc="-80">
                <a:latin typeface="Calibri"/>
                <a:cs typeface="Calibri"/>
              </a:rPr>
              <a:t> </a:t>
            </a:r>
            <a:r>
              <a:rPr dirty="0" sz="1700" spc="100">
                <a:latin typeface="Calibri"/>
                <a:cs typeface="Calibri"/>
              </a:rPr>
              <a:t>compliance</a:t>
            </a:r>
            <a:endParaRPr sz="1700">
              <a:latin typeface="Calibri"/>
              <a:cs typeface="Calibri"/>
            </a:endParaRPr>
          </a:p>
          <a:p>
            <a:pPr marL="226695" marR="5080" indent="-214629">
              <a:lnSpc>
                <a:spcPct val="111000"/>
              </a:lnSpc>
              <a:buChar char="•"/>
              <a:tabLst>
                <a:tab pos="226695" algn="l"/>
                <a:tab pos="229870" algn="l"/>
              </a:tabLst>
            </a:pPr>
            <a:r>
              <a:rPr dirty="0" sz="1700">
                <a:latin typeface="Calibri"/>
                <a:cs typeface="Calibri"/>
              </a:rPr>
              <a:t>	</a:t>
            </a:r>
            <a:r>
              <a:rPr dirty="0" sz="1700" spc="120">
                <a:latin typeface="Calibri"/>
                <a:cs typeface="Calibri"/>
              </a:rPr>
              <a:t>Documented:</a:t>
            </a:r>
            <a:r>
              <a:rPr dirty="0" sz="1700" spc="105">
                <a:latin typeface="Calibri"/>
                <a:cs typeface="Calibri"/>
              </a:rPr>
              <a:t> </a:t>
            </a:r>
            <a:r>
              <a:rPr dirty="0" sz="1700" spc="90">
                <a:latin typeface="Calibri"/>
                <a:cs typeface="Calibri"/>
              </a:rPr>
              <a:t>Maintains</a:t>
            </a:r>
            <a:r>
              <a:rPr dirty="0" sz="1700" spc="15">
                <a:latin typeface="Calibri"/>
                <a:cs typeface="Calibri"/>
              </a:rPr>
              <a:t> </a:t>
            </a:r>
            <a:r>
              <a:rPr dirty="0" sz="1700" spc="130">
                <a:latin typeface="Calibri"/>
                <a:cs typeface="Calibri"/>
              </a:rPr>
              <a:t>clear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75">
                <a:latin typeface="Calibri"/>
                <a:cs typeface="Calibri"/>
              </a:rPr>
              <a:t>recDrds of</a:t>
            </a:r>
            <a:r>
              <a:rPr dirty="0" sz="1700" spc="40">
                <a:latin typeface="Calibri"/>
                <a:cs typeface="Calibri"/>
              </a:rPr>
              <a:t> </a:t>
            </a:r>
            <a:r>
              <a:rPr dirty="0" sz="1700" spc="110">
                <a:latin typeface="Calibri"/>
                <a:cs typeface="Calibri"/>
              </a:rPr>
              <a:t>applied</a:t>
            </a:r>
            <a:r>
              <a:rPr dirty="0" sz="1700" spc="90">
                <a:latin typeface="Calibri"/>
                <a:cs typeface="Calibri"/>
              </a:rPr>
              <a:t> </a:t>
            </a:r>
            <a:r>
              <a:rPr dirty="0" sz="1700" spc="100">
                <a:latin typeface="Calibri"/>
                <a:cs typeface="Calibri"/>
              </a:rPr>
              <a:t>security</a:t>
            </a:r>
            <a:r>
              <a:rPr dirty="0" sz="1700" spc="40">
                <a:latin typeface="Calibri"/>
                <a:cs typeface="Calibri"/>
              </a:rPr>
              <a:t> </a:t>
            </a:r>
            <a:r>
              <a:rPr dirty="0" sz="1700" spc="114">
                <a:latin typeface="Calibri"/>
                <a:cs typeface="Calibri"/>
              </a:rPr>
              <a:t>measures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4608847" y="377143"/>
            <a:ext cx="1621790" cy="972819"/>
          </a:xfrm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algn="ctr" marL="12065" marR="5080" indent="-8255">
              <a:lnSpc>
                <a:spcPct val="85200"/>
              </a:lnSpc>
              <a:spcBef>
                <a:spcPts val="505"/>
              </a:spcBef>
            </a:pPr>
            <a:r>
              <a:rPr dirty="0" sz="2300">
                <a:solidFill>
                  <a:srgbClr val="464646"/>
                </a:solidFill>
                <a:latin typeface="Calibri"/>
                <a:cs typeface="Calibri"/>
              </a:rPr>
              <a:t>SMART</a:t>
            </a:r>
            <a:r>
              <a:rPr dirty="0" sz="2300" spc="9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300" spc="-30">
                <a:solidFill>
                  <a:srgbClr val="4B4B4B"/>
                </a:solidFill>
                <a:latin typeface="Calibri"/>
                <a:cs typeface="Calibri"/>
              </a:rPr>
              <a:t>INDIA </a:t>
            </a:r>
            <a:r>
              <a:rPr dirty="0" sz="2450" spc="-35">
                <a:solidFill>
                  <a:srgbClr val="4D4D4D"/>
                </a:solidFill>
                <a:latin typeface="Calibri"/>
                <a:cs typeface="Calibri"/>
              </a:rPr>
              <a:t>fJACXAT</a:t>
            </a:r>
            <a:r>
              <a:rPr dirty="0" sz="2450" spc="-8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4B4B4B"/>
                </a:solidFill>
                <a:latin typeface="Calibri"/>
                <a:cs typeface="Calibri"/>
              </a:rPr>
              <a:t>tl0N </a:t>
            </a:r>
            <a:r>
              <a:rPr dirty="0" sz="2150" spc="265">
                <a:solidFill>
                  <a:srgbClr val="4D4D4D"/>
                </a:solidFill>
                <a:latin typeface="Calibri"/>
                <a:cs typeface="Calibri"/>
              </a:rPr>
              <a:t>2024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64647" y="3078081"/>
            <a:ext cx="4184015" cy="347662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39395" marR="288290" indent="3175">
              <a:lnSpc>
                <a:spcPct val="109100"/>
              </a:lnSpc>
              <a:spcBef>
                <a:spcPts val="70"/>
              </a:spcBef>
            </a:pPr>
            <a:r>
              <a:rPr dirty="0" sz="1750" spc="165">
                <a:latin typeface="Calibri"/>
                <a:cs typeface="Calibri"/>
              </a:rPr>
              <a:t>LocalLLMExecution:</a:t>
            </a:r>
            <a:r>
              <a:rPr dirty="0" sz="1750" spc="105">
                <a:latin typeface="Calibri"/>
                <a:cs typeface="Calibri"/>
              </a:rPr>
              <a:t> </a:t>
            </a:r>
            <a:r>
              <a:rPr dirty="0" sz="1750" spc="90">
                <a:latin typeface="Calibri"/>
                <a:cs typeface="Calibri"/>
              </a:rPr>
              <a:t>Runs</a:t>
            </a:r>
            <a:r>
              <a:rPr dirty="0" sz="1750" spc="20">
                <a:latin typeface="Calibri"/>
                <a:cs typeface="Calibri"/>
              </a:rPr>
              <a:t> </a:t>
            </a:r>
            <a:r>
              <a:rPr dirty="0" sz="1750" spc="120">
                <a:latin typeface="Calibri"/>
                <a:cs typeface="Calibri"/>
              </a:rPr>
              <a:t>LLMs </a:t>
            </a:r>
            <a:r>
              <a:rPr dirty="0" sz="1750" spc="85">
                <a:latin typeface="Calibri"/>
                <a:cs typeface="Calibri"/>
              </a:rPr>
              <a:t>offline</a:t>
            </a:r>
            <a:r>
              <a:rPr dirty="0" sz="1750" spc="20">
                <a:latin typeface="Calibri"/>
                <a:cs typeface="Calibri"/>
              </a:rPr>
              <a:t> </a:t>
            </a:r>
            <a:r>
              <a:rPr dirty="0" sz="1750" spc="100">
                <a:latin typeface="Calibri"/>
                <a:cs typeface="Calibri"/>
              </a:rPr>
              <a:t>using</a:t>
            </a:r>
            <a:r>
              <a:rPr dirty="0" sz="1750" spc="-25">
                <a:latin typeface="Calibri"/>
                <a:cs typeface="Calibri"/>
              </a:rPr>
              <a:t> </a:t>
            </a:r>
            <a:r>
              <a:rPr dirty="0" u="sng" sz="1750" spc="105">
                <a:uFill>
                  <a:solidFill>
                    <a:srgbClr val="6434AF"/>
                  </a:solidFill>
                </a:uFill>
                <a:latin typeface="Calibri"/>
                <a:cs typeface="Calibri"/>
              </a:rPr>
              <a:t>Ollama</a:t>
            </a:r>
            <a:r>
              <a:rPr dirty="0" sz="1750" spc="5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for</a:t>
            </a:r>
            <a:r>
              <a:rPr dirty="0" sz="1750" spc="-40">
                <a:latin typeface="Calibri"/>
                <a:cs typeface="Calibri"/>
              </a:rPr>
              <a:t> </a:t>
            </a:r>
            <a:r>
              <a:rPr dirty="0" sz="1750" spc="95">
                <a:latin typeface="Calibri"/>
                <a:cs typeface="Calibri"/>
              </a:rPr>
              <a:t>advanced</a:t>
            </a:r>
            <a:r>
              <a:rPr dirty="0" sz="1750" spc="80">
                <a:latin typeface="Calibri"/>
                <a:cs typeface="Calibri"/>
              </a:rPr>
              <a:t> </a:t>
            </a:r>
            <a:r>
              <a:rPr dirty="0" sz="1750" spc="60">
                <a:solidFill>
                  <a:srgbClr val="111111"/>
                </a:solidFill>
                <a:latin typeface="Calibri"/>
                <a:cs typeface="Calibri"/>
              </a:rPr>
              <a:t>Al </a:t>
            </a:r>
            <a:r>
              <a:rPr dirty="0" sz="1700" spc="85">
                <a:latin typeface="Calibri"/>
                <a:cs typeface="Calibri"/>
              </a:rPr>
              <a:t>capabilities</a:t>
            </a:r>
            <a:r>
              <a:rPr dirty="0" sz="1700" spc="4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145">
                <a:latin typeface="Calibri"/>
                <a:cs typeface="Calibri"/>
              </a:rPr>
              <a:t> </a:t>
            </a:r>
            <a:r>
              <a:rPr dirty="0" sz="1700" spc="75">
                <a:latin typeface="Calibri"/>
                <a:cs typeface="Calibri"/>
              </a:rPr>
              <a:t>air-</a:t>
            </a:r>
            <a:r>
              <a:rPr dirty="0" sz="1700" spc="100">
                <a:latin typeface="Calibri"/>
                <a:cs typeface="Calibri"/>
              </a:rPr>
              <a:t>gapped</a:t>
            </a:r>
            <a:endParaRPr sz="1700">
              <a:latin typeface="Calibri"/>
              <a:cs typeface="Calibri"/>
            </a:endParaRPr>
          </a:p>
          <a:p>
            <a:pPr marL="240029">
              <a:lnSpc>
                <a:spcPct val="100000"/>
              </a:lnSpc>
              <a:spcBef>
                <a:spcPts val="325"/>
              </a:spcBef>
            </a:pPr>
            <a:r>
              <a:rPr dirty="0" sz="1600" spc="-35">
                <a:latin typeface="Calibri"/>
                <a:cs typeface="Calibri"/>
              </a:rPr>
              <a:t>envy</a:t>
            </a:r>
            <a:r>
              <a:rPr dirty="0" sz="1600" spc="-105">
                <a:latin typeface="Calibri"/>
                <a:cs typeface="Calibri"/>
              </a:rPr>
              <a:t> </a:t>
            </a:r>
            <a:r>
              <a:rPr dirty="0" sz="1600" spc="75">
                <a:latin typeface="Calibri"/>
                <a:cs typeface="Calibri"/>
              </a:rPr>
              <a:t>rDnments.</a:t>
            </a:r>
            <a:endParaRPr sz="1600">
              <a:latin typeface="Calibri"/>
              <a:cs typeface="Calibri"/>
            </a:endParaRPr>
          </a:p>
          <a:p>
            <a:pPr marL="243204">
              <a:lnSpc>
                <a:spcPct val="100000"/>
              </a:lnSpc>
              <a:spcBef>
                <a:spcPts val="195"/>
              </a:spcBef>
            </a:pPr>
            <a:r>
              <a:rPr dirty="0" sz="1750" spc="120">
                <a:latin typeface="Calibri"/>
                <a:cs typeface="Calibri"/>
              </a:rPr>
              <a:t>Integrated</a:t>
            </a:r>
            <a:r>
              <a:rPr dirty="0" sz="1750" spc="-210">
                <a:latin typeface="Calibri"/>
                <a:cs typeface="Calibri"/>
              </a:rPr>
              <a:t> </a:t>
            </a:r>
            <a:r>
              <a:rPr dirty="0" sz="1750" spc="180">
                <a:latin typeface="Calibri"/>
                <a:cs typeface="Calibri"/>
              </a:rPr>
              <a:t>RAG</a:t>
            </a:r>
            <a:r>
              <a:rPr dirty="0" sz="1750" spc="-5">
                <a:latin typeface="Calibri"/>
                <a:cs typeface="Calibri"/>
              </a:rPr>
              <a:t> </a:t>
            </a:r>
            <a:r>
              <a:rPr dirty="0" sz="1750" spc="90">
                <a:latin typeface="Calibri"/>
                <a:cs typeface="Calibri"/>
              </a:rPr>
              <a:t>Pipeline:</a:t>
            </a:r>
            <a:r>
              <a:rPr dirty="0" sz="1750" spc="140">
                <a:latin typeface="Calibri"/>
                <a:cs typeface="Calibri"/>
              </a:rPr>
              <a:t> </a:t>
            </a:r>
            <a:r>
              <a:rPr dirty="0" sz="1750" spc="85">
                <a:latin typeface="Calibri"/>
                <a:cs typeface="Calibri"/>
              </a:rPr>
              <a:t>Uses</a:t>
            </a:r>
            <a:r>
              <a:rPr dirty="0" sz="1750" spc="155">
                <a:latin typeface="Calibri"/>
                <a:cs typeface="Calibri"/>
              </a:rPr>
              <a:t> </a:t>
            </a:r>
            <a:r>
              <a:rPr dirty="0" sz="1750" spc="200">
                <a:latin typeface="Calibri"/>
                <a:cs typeface="Calibri"/>
              </a:rPr>
              <a:t>FAILS</a:t>
            </a:r>
            <a:endParaRPr sz="1750">
              <a:latin typeface="Calibri"/>
              <a:cs typeface="Calibri"/>
            </a:endParaRPr>
          </a:p>
          <a:p>
            <a:pPr marL="246379">
              <a:lnSpc>
                <a:spcPct val="100000"/>
              </a:lnSpc>
              <a:spcBef>
                <a:spcPts val="265"/>
              </a:spcBef>
            </a:pPr>
            <a:r>
              <a:rPr dirty="0" sz="1650" spc="75">
                <a:latin typeface="Calibri"/>
                <a:cs typeface="Calibri"/>
              </a:rPr>
              <a:t>to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 spc="120">
                <a:latin typeface="Calibri"/>
                <a:cs typeface="Calibri"/>
              </a:rPr>
              <a:t>efficiently</a:t>
            </a:r>
            <a:r>
              <a:rPr dirty="0" sz="1650" spc="110">
                <a:latin typeface="Calibri"/>
                <a:cs typeface="Calibri"/>
              </a:rPr>
              <a:t> </a:t>
            </a:r>
            <a:r>
              <a:rPr dirty="0" sz="1650" spc="130">
                <a:latin typeface="Calibri"/>
                <a:cs typeface="Calibri"/>
              </a:rPr>
              <a:t>prDcess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 spc="114">
                <a:latin typeface="Calibri"/>
                <a:cs typeface="Calibri"/>
              </a:rPr>
              <a:t>CIS</a:t>
            </a:r>
            <a:r>
              <a:rPr dirty="0" sz="1650" spc="85">
                <a:latin typeface="Calibri"/>
                <a:cs typeface="Calibri"/>
              </a:rPr>
              <a:t>  </a:t>
            </a:r>
            <a:r>
              <a:rPr dirty="0" sz="1650" spc="120">
                <a:latin typeface="Calibri"/>
                <a:cs typeface="Calibri"/>
              </a:rPr>
              <a:t>guide</a:t>
            </a:r>
            <a:r>
              <a:rPr dirty="0" sz="1650" spc="-204">
                <a:latin typeface="Calibri"/>
                <a:cs typeface="Calibri"/>
              </a:rPr>
              <a:t> </a:t>
            </a:r>
            <a:r>
              <a:rPr dirty="0" sz="1650" spc="110">
                <a:latin typeface="Calibri"/>
                <a:cs typeface="Calibri"/>
              </a:rPr>
              <a:t>lines</a:t>
            </a:r>
            <a:endParaRPr sz="1650">
              <a:latin typeface="Calibri"/>
              <a:cs typeface="Calibri"/>
            </a:endParaRPr>
          </a:p>
          <a:p>
            <a:pPr marL="243840" marR="182880" indent="-231140">
              <a:lnSpc>
                <a:spcPts val="2270"/>
              </a:lnSpc>
              <a:spcBef>
                <a:spcPts val="120"/>
              </a:spcBef>
              <a:buChar char="•"/>
              <a:tabLst>
                <a:tab pos="247650" algn="l"/>
              </a:tabLst>
            </a:pPr>
            <a:r>
              <a:rPr dirty="0" sz="1700" spc="140">
                <a:latin typeface="Calibri"/>
                <a:cs typeface="Calibri"/>
              </a:rPr>
              <a:t>End-</a:t>
            </a:r>
            <a:r>
              <a:rPr dirty="0" sz="1700" spc="120">
                <a:latin typeface="Calibri"/>
                <a:cs typeface="Calibri"/>
              </a:rPr>
              <a:t>to-</a:t>
            </a:r>
            <a:r>
              <a:rPr dirty="0" sz="1700" spc="150">
                <a:latin typeface="Calibri"/>
                <a:cs typeface="Calibri"/>
              </a:rPr>
              <a:t>EndAutDmation:</a:t>
            </a:r>
            <a:r>
              <a:rPr dirty="0" sz="1700" spc="-180">
                <a:latin typeface="Calibri"/>
                <a:cs typeface="Calibri"/>
              </a:rPr>
              <a:t> </a:t>
            </a:r>
            <a:r>
              <a:rPr dirty="0" sz="1700" spc="110">
                <a:latin typeface="Calibri"/>
                <a:cs typeface="Calibri"/>
              </a:rPr>
              <a:t>Streamlines </a:t>
            </a:r>
            <a:r>
              <a:rPr dirty="0" sz="1700" spc="110">
                <a:latin typeface="Calibri"/>
                <a:cs typeface="Calibri"/>
              </a:rPr>
              <a:t>	</a:t>
            </a:r>
            <a:r>
              <a:rPr dirty="0" sz="1650" spc="120">
                <a:latin typeface="Calibri"/>
                <a:cs typeface="Calibri"/>
              </a:rPr>
              <a:t>security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 spc="155">
                <a:latin typeface="Calibri"/>
                <a:cs typeface="Calibri"/>
              </a:rPr>
              <a:t>processes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 spc="60">
                <a:latin typeface="Calibri"/>
                <a:cs typeface="Calibri"/>
              </a:rPr>
              <a:t>frDm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 spc="120">
                <a:latin typeface="Calibri"/>
                <a:cs typeface="Calibri"/>
              </a:rPr>
              <a:t>guide</a:t>
            </a:r>
            <a:r>
              <a:rPr dirty="0" sz="1650" spc="-204">
                <a:latin typeface="Calibri"/>
                <a:cs typeface="Calibri"/>
              </a:rPr>
              <a:t> </a:t>
            </a:r>
            <a:r>
              <a:rPr dirty="0" sz="1650" spc="80">
                <a:latin typeface="Calibri"/>
                <a:cs typeface="Calibri"/>
              </a:rPr>
              <a:t>line </a:t>
            </a:r>
            <a:r>
              <a:rPr dirty="0" sz="1650" spc="80">
                <a:latin typeface="Calibri"/>
                <a:cs typeface="Calibri"/>
              </a:rPr>
              <a:t>	</a:t>
            </a:r>
            <a:r>
              <a:rPr dirty="0" sz="1700" spc="80">
                <a:latin typeface="Calibri"/>
                <a:cs typeface="Calibri"/>
              </a:rPr>
              <a:t>ingestion</a:t>
            </a:r>
            <a:r>
              <a:rPr dirty="0" sz="1700" spc="3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225">
                <a:latin typeface="Calibri"/>
                <a:cs typeface="Calibri"/>
              </a:rPr>
              <a:t> </a:t>
            </a:r>
            <a:r>
              <a:rPr dirty="0" sz="1700" spc="85">
                <a:latin typeface="Calibri"/>
                <a:cs typeface="Calibri"/>
              </a:rPr>
              <a:t>script</a:t>
            </a:r>
            <a:r>
              <a:rPr dirty="0" sz="1700" spc="160">
                <a:latin typeface="Calibri"/>
                <a:cs typeface="Calibri"/>
              </a:rPr>
              <a:t> </a:t>
            </a:r>
            <a:r>
              <a:rPr dirty="0" sz="1700" spc="65">
                <a:latin typeface="Calibri"/>
                <a:cs typeface="Calibri"/>
              </a:rPr>
              <a:t>application.</a:t>
            </a:r>
            <a:endParaRPr sz="1700">
              <a:latin typeface="Calibri"/>
              <a:cs typeface="Calibri"/>
            </a:endParaRPr>
          </a:p>
          <a:p>
            <a:pPr marL="245745" indent="-233045">
              <a:lnSpc>
                <a:spcPct val="100000"/>
              </a:lnSpc>
              <a:spcBef>
                <a:spcPts val="50"/>
              </a:spcBef>
              <a:buChar char="•"/>
              <a:tabLst>
                <a:tab pos="245745" algn="l"/>
              </a:tabLst>
            </a:pPr>
            <a:r>
              <a:rPr dirty="0" sz="1750" spc="105">
                <a:latin typeface="Calibri"/>
                <a:cs typeface="Calibri"/>
              </a:rPr>
              <a:t>Adaptive</a:t>
            </a:r>
            <a:r>
              <a:rPr dirty="0" sz="1750" spc="-90">
                <a:latin typeface="Calibri"/>
                <a:cs typeface="Calibri"/>
              </a:rPr>
              <a:t> </a:t>
            </a:r>
            <a:r>
              <a:rPr dirty="0" sz="1750" spc="110">
                <a:latin typeface="Calibri"/>
                <a:cs typeface="Calibri"/>
              </a:rPr>
              <a:t>Learning:</a:t>
            </a:r>
            <a:r>
              <a:rPr dirty="0" sz="1750" spc="120">
                <a:latin typeface="Calibri"/>
                <a:cs typeface="Calibri"/>
              </a:rPr>
              <a:t> </a:t>
            </a:r>
            <a:r>
              <a:rPr dirty="0" sz="1750" spc="85">
                <a:latin typeface="Calibri"/>
                <a:cs typeface="Calibri"/>
              </a:rPr>
              <a:t>Processes</a:t>
            </a:r>
            <a:r>
              <a:rPr dirty="0" sz="1750" spc="170">
                <a:latin typeface="Calibri"/>
                <a:cs typeface="Calibri"/>
              </a:rPr>
              <a:t> </a:t>
            </a:r>
            <a:r>
              <a:rPr dirty="0" sz="1750" spc="-25">
                <a:latin typeface="Calibri"/>
                <a:cs typeface="Calibri"/>
              </a:rPr>
              <a:t>new</a:t>
            </a:r>
            <a:endParaRPr sz="1750">
              <a:latin typeface="Calibri"/>
              <a:cs typeface="Calibri"/>
            </a:endParaRPr>
          </a:p>
          <a:p>
            <a:pPr marL="243840">
              <a:lnSpc>
                <a:spcPct val="100000"/>
              </a:lnSpc>
              <a:spcBef>
                <a:spcPts val="265"/>
              </a:spcBef>
            </a:pPr>
            <a:r>
              <a:rPr dirty="0" sz="1650" spc="110">
                <a:latin typeface="Calibri"/>
                <a:cs typeface="Calibri"/>
              </a:rPr>
              <a:t>guidelines</a:t>
            </a:r>
            <a:r>
              <a:rPr dirty="0" sz="1650" spc="265">
                <a:latin typeface="Calibri"/>
                <a:cs typeface="Calibri"/>
              </a:rPr>
              <a:t> </a:t>
            </a:r>
            <a:r>
              <a:rPr dirty="0" sz="1650" spc="85">
                <a:latin typeface="Calibri"/>
                <a:cs typeface="Calibri"/>
              </a:rPr>
              <a:t>through</a:t>
            </a:r>
            <a:r>
              <a:rPr dirty="0" sz="1650" spc="1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PMF</a:t>
            </a:r>
            <a:r>
              <a:rPr dirty="0" sz="1650" spc="295">
                <a:latin typeface="Calibri"/>
                <a:cs typeface="Calibri"/>
              </a:rPr>
              <a:t> </a:t>
            </a:r>
            <a:r>
              <a:rPr dirty="0" sz="1650" spc="55">
                <a:latin typeface="Calibri"/>
                <a:cs typeface="Calibri"/>
              </a:rPr>
              <a:t>UplDads</a:t>
            </a:r>
            <a:r>
              <a:rPr dirty="0" sz="1650" spc="275"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82828"/>
                </a:solidFill>
                <a:latin typeface="Calibri"/>
                <a:cs typeface="Calibri"/>
              </a:rPr>
              <a:t>to</a:t>
            </a:r>
            <a:r>
              <a:rPr dirty="0" sz="1650" spc="22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650" spc="105">
                <a:latin typeface="Calibri"/>
                <a:cs typeface="Calibri"/>
              </a:rPr>
              <a:t>stay</a:t>
            </a:r>
            <a:endParaRPr sz="1650">
              <a:latin typeface="Calibri"/>
              <a:cs typeface="Calibri"/>
            </a:endParaRPr>
          </a:p>
          <a:p>
            <a:pPr marL="240029">
              <a:lnSpc>
                <a:spcPct val="100000"/>
              </a:lnSpc>
              <a:spcBef>
                <a:spcPts val="235"/>
              </a:spcBef>
            </a:pPr>
            <a:r>
              <a:rPr dirty="0" sz="1700" spc="95">
                <a:latin typeface="Calibri"/>
                <a:cs typeface="Calibri"/>
              </a:rPr>
              <a:t>current</a:t>
            </a:r>
            <a:r>
              <a:rPr dirty="0" sz="1700" spc="30">
                <a:latin typeface="Calibri"/>
                <a:cs typeface="Calibri"/>
              </a:rPr>
              <a:t> </a:t>
            </a:r>
            <a:r>
              <a:rPr dirty="0" sz="1700" spc="85">
                <a:latin typeface="Calibri"/>
                <a:cs typeface="Calibri"/>
              </a:rPr>
              <a:t>with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110">
                <a:latin typeface="Calibri"/>
                <a:cs typeface="Calibri"/>
              </a:rPr>
              <a:t>security</a:t>
            </a:r>
            <a:r>
              <a:rPr dirty="0" sz="1700" spc="254">
                <a:latin typeface="Calibri"/>
                <a:cs typeface="Calibri"/>
              </a:rPr>
              <a:t> </a:t>
            </a:r>
            <a:r>
              <a:rPr dirty="0" sz="1700" spc="85">
                <a:latin typeface="Calibri"/>
                <a:cs typeface="Calibri"/>
              </a:rPr>
              <a:t>standards.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64647" y="6508977"/>
            <a:ext cx="4107815" cy="148463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240029" marR="5080" indent="-227965">
              <a:lnSpc>
                <a:spcPct val="113300"/>
              </a:lnSpc>
              <a:spcBef>
                <a:spcPts val="150"/>
              </a:spcBef>
              <a:buChar char="•"/>
              <a:tabLst>
                <a:tab pos="240029" algn="l"/>
                <a:tab pos="1668145" algn="l"/>
                <a:tab pos="2258060" algn="l"/>
              </a:tabLst>
            </a:pPr>
            <a:r>
              <a:rPr dirty="0" sz="1750" spc="120">
                <a:latin typeface="Calibri"/>
                <a:cs typeface="Calibri"/>
              </a:rPr>
              <a:t>OfflineAl-</a:t>
            </a:r>
            <a:r>
              <a:rPr dirty="0" sz="1750" spc="165">
                <a:latin typeface="Calibri"/>
                <a:cs typeface="Calibri"/>
              </a:rPr>
              <a:t>Powered</a:t>
            </a:r>
            <a:r>
              <a:rPr dirty="0" sz="1750" spc="-210">
                <a:latin typeface="Calibri"/>
                <a:cs typeface="Calibri"/>
              </a:rPr>
              <a:t> </a:t>
            </a:r>
            <a:r>
              <a:rPr dirty="0" sz="1750" spc="114">
                <a:latin typeface="Calibri"/>
                <a:cs typeface="Calibri"/>
              </a:rPr>
              <a:t>Security:</a:t>
            </a:r>
            <a:r>
              <a:rPr dirty="0" sz="1750" spc="180">
                <a:latin typeface="Calibri"/>
                <a:cs typeface="Calibri"/>
              </a:rPr>
              <a:t> </a:t>
            </a:r>
            <a:r>
              <a:rPr dirty="0" sz="1750" spc="45">
                <a:latin typeface="Calibri"/>
                <a:cs typeface="Calibri"/>
              </a:rPr>
              <a:t>Provides </a:t>
            </a:r>
            <a:r>
              <a:rPr dirty="0" sz="1600" spc="65">
                <a:latin typeface="Calibri"/>
                <a:cs typeface="Calibri"/>
              </a:rPr>
              <a:t>a</a:t>
            </a:r>
            <a:r>
              <a:rPr dirty="0" sz="1600" spc="165">
                <a:latin typeface="Calibri"/>
                <a:cs typeface="Calibri"/>
              </a:rPr>
              <a:t> </a:t>
            </a:r>
            <a:r>
              <a:rPr dirty="0" sz="1600" spc="130">
                <a:latin typeface="Calibri"/>
                <a:cs typeface="Calibri"/>
              </a:rPr>
              <a:t>unique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150">
                <a:latin typeface="Calibri"/>
                <a:cs typeface="Calibri"/>
              </a:rPr>
              <a:t>cybersecuri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75">
                <a:latin typeface="Calibri"/>
                <a:cs typeface="Calibri"/>
              </a:rPr>
              <a:t>ty</a:t>
            </a:r>
            <a:r>
              <a:rPr dirty="0" sz="1600" spc="8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SD</a:t>
            </a:r>
            <a:r>
              <a:rPr dirty="0" sz="1600" spc="200">
                <a:latin typeface="Calibri"/>
                <a:cs typeface="Calibri"/>
              </a:rPr>
              <a:t> </a:t>
            </a:r>
            <a:r>
              <a:rPr dirty="0" sz="1600" spc="85">
                <a:latin typeface="Calibri"/>
                <a:cs typeface="Calibri"/>
              </a:rPr>
              <a:t>ut</a:t>
            </a:r>
            <a:r>
              <a:rPr dirty="0" sz="1600" spc="-210">
                <a:latin typeface="Calibri"/>
                <a:cs typeface="Calibri"/>
              </a:rPr>
              <a:t> </a:t>
            </a:r>
            <a:r>
              <a:rPr dirty="0" sz="1600" spc="85">
                <a:solidFill>
                  <a:srgbClr val="1C1C1C"/>
                </a:solidFill>
                <a:latin typeface="Calibri"/>
                <a:cs typeface="Calibri"/>
              </a:rPr>
              <a:t>ion</a:t>
            </a:r>
            <a:r>
              <a:rPr dirty="0" sz="1600" spc="-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600" spc="80">
                <a:solidFill>
                  <a:srgbClr val="282828"/>
                </a:solidFill>
                <a:latin typeface="Calibri"/>
                <a:cs typeface="Calibri"/>
              </a:rPr>
              <a:t>fa</a:t>
            </a:r>
            <a:r>
              <a:rPr dirty="0" sz="1600" spc="-7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r </a:t>
            </a:r>
            <a:r>
              <a:rPr dirty="0" sz="1650" spc="90">
                <a:latin typeface="Calibri"/>
                <a:cs typeface="Calibri"/>
              </a:rPr>
              <a:t>sensitive</a:t>
            </a:r>
            <a:r>
              <a:rPr dirty="0" sz="1650" spc="295">
                <a:latin typeface="Calibri"/>
                <a:cs typeface="Calibri"/>
              </a:rPr>
              <a:t> </a:t>
            </a:r>
            <a:r>
              <a:rPr dirty="0" sz="1650" spc="85">
                <a:latin typeface="Calibri"/>
                <a:cs typeface="Calibri"/>
              </a:rPr>
              <a:t>environments</a:t>
            </a:r>
            <a:r>
              <a:rPr dirty="0" sz="1650" spc="220">
                <a:latin typeface="Calibri"/>
                <a:cs typeface="Calibri"/>
              </a:rPr>
              <a:t> </a:t>
            </a:r>
            <a:r>
              <a:rPr dirty="0" sz="1650" spc="90">
                <a:latin typeface="Calibri"/>
                <a:cs typeface="Calibri"/>
              </a:rPr>
              <a:t>by</a:t>
            </a:r>
            <a:r>
              <a:rPr dirty="0" sz="1650" spc="300">
                <a:latin typeface="Calibri"/>
                <a:cs typeface="Calibri"/>
              </a:rPr>
              <a:t> </a:t>
            </a:r>
            <a:r>
              <a:rPr dirty="0" sz="1650" spc="95">
                <a:latin typeface="Calibri"/>
                <a:cs typeface="Calibri"/>
              </a:rPr>
              <a:t>comb</a:t>
            </a:r>
            <a:r>
              <a:rPr dirty="0" sz="1650" spc="-185">
                <a:latin typeface="Calibri"/>
                <a:cs typeface="Calibri"/>
              </a:rPr>
              <a:t> </a:t>
            </a:r>
            <a:r>
              <a:rPr dirty="0" sz="1650" spc="65">
                <a:latin typeface="Calibri"/>
                <a:cs typeface="Calibri"/>
              </a:rPr>
              <a:t>ining </a:t>
            </a:r>
            <a:r>
              <a:rPr dirty="0" sz="1700" spc="114">
                <a:latin typeface="Calibri"/>
                <a:cs typeface="Calibri"/>
              </a:rPr>
              <a:t>local</a:t>
            </a:r>
            <a:r>
              <a:rPr dirty="0" sz="1700" spc="95">
                <a:latin typeface="Calibri"/>
                <a:cs typeface="Calibri"/>
              </a:rPr>
              <a:t> </a:t>
            </a:r>
            <a:r>
              <a:rPr dirty="0" sz="1700" spc="125">
                <a:solidFill>
                  <a:srgbClr val="131313"/>
                </a:solidFill>
                <a:latin typeface="Calibri"/>
                <a:cs typeface="Calibri"/>
              </a:rPr>
              <a:t>Al</a:t>
            </a:r>
            <a:r>
              <a:rPr dirty="0" sz="1700" spc="8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700" spc="95">
                <a:latin typeface="Calibri"/>
                <a:cs typeface="Calibri"/>
              </a:rPr>
              <a:t>processing</a:t>
            </a:r>
            <a:r>
              <a:rPr dirty="0" sz="1700">
                <a:latin typeface="Calibri"/>
                <a:cs typeface="Calibri"/>
              </a:rPr>
              <a:t>	</a:t>
            </a:r>
            <a:r>
              <a:rPr dirty="0" sz="1700" spc="50">
                <a:latin typeface="Calibri"/>
                <a:cs typeface="Calibri"/>
              </a:rPr>
              <a:t>policy </a:t>
            </a:r>
            <a:r>
              <a:rPr dirty="0" sz="1700" spc="75">
                <a:latin typeface="Calibri"/>
                <a:cs typeface="Calibri"/>
              </a:rPr>
              <a:t>management</a:t>
            </a:r>
            <a:r>
              <a:rPr dirty="0" sz="1700">
                <a:latin typeface="Calibri"/>
                <a:cs typeface="Calibri"/>
              </a:rPr>
              <a:t>	</a:t>
            </a:r>
            <a:r>
              <a:rPr dirty="0" sz="1700" spc="80">
                <a:latin typeface="Calibri"/>
                <a:cs typeface="Calibri"/>
              </a:rPr>
              <a:t>and</a:t>
            </a:r>
            <a:r>
              <a:rPr dirty="0" sz="1700" spc="175">
                <a:latin typeface="Calibri"/>
                <a:cs typeface="Calibri"/>
              </a:rPr>
              <a:t> </a:t>
            </a:r>
            <a:r>
              <a:rPr dirty="0" sz="1700" spc="105">
                <a:latin typeface="Calibri"/>
                <a:cs typeface="Calibri"/>
              </a:rPr>
              <a:t>system</a:t>
            </a:r>
            <a:r>
              <a:rPr dirty="0" sz="1700" spc="160">
                <a:latin typeface="Calibri"/>
                <a:cs typeface="Calibri"/>
              </a:rPr>
              <a:t> </a:t>
            </a:r>
            <a:r>
              <a:rPr dirty="0" sz="1700" spc="55">
                <a:latin typeface="Calibri"/>
                <a:cs typeface="Calibri"/>
              </a:rPr>
              <a:t>hardening.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1419" y="7438857"/>
            <a:ext cx="801335" cy="82092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9781" y="7476746"/>
            <a:ext cx="635980" cy="9724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35431" y="7666190"/>
            <a:ext cx="775896" cy="7830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69224" y="7640932"/>
            <a:ext cx="903092" cy="8082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416173" y="6377968"/>
            <a:ext cx="216233" cy="8209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55598" y="745149"/>
            <a:ext cx="139915" cy="252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788059" y="176814"/>
            <a:ext cx="737737" cy="127559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1304768" y="8451123"/>
            <a:ext cx="664845" cy="0"/>
          </a:xfrm>
          <a:custGeom>
            <a:avLst/>
            <a:gdLst/>
            <a:ahLst/>
            <a:cxnLst/>
            <a:rect l="l" t="t" r="r" b="b"/>
            <a:pathLst>
              <a:path w="664845" h="0">
                <a:moveTo>
                  <a:pt x="0" y="0"/>
                </a:moveTo>
                <a:lnTo>
                  <a:pt x="664812" y="0"/>
                </a:lnTo>
              </a:path>
            </a:pathLst>
          </a:custGeom>
          <a:ln w="3175">
            <a:solidFill>
              <a:srgbClr val="5B2B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029865" y="1642273"/>
            <a:ext cx="0" cy="4550410"/>
          </a:xfrm>
          <a:custGeom>
            <a:avLst/>
            <a:gdLst/>
            <a:ahLst/>
            <a:cxnLst/>
            <a:rect l="l" t="t" r="r" b="b"/>
            <a:pathLst>
              <a:path w="0" h="4550410">
                <a:moveTo>
                  <a:pt x="0" y="4550038"/>
                </a:moveTo>
                <a:lnTo>
                  <a:pt x="0" y="0"/>
                </a:lnTo>
              </a:path>
            </a:pathLst>
          </a:custGeom>
          <a:ln w="3175">
            <a:solidFill>
              <a:srgbClr val="1F232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8977927" y="1642273"/>
            <a:ext cx="7292340" cy="4550410"/>
            <a:chOff x="8977927" y="1642273"/>
            <a:chExt cx="7292340" cy="4550410"/>
          </a:xfrm>
        </p:grpSpPr>
        <p:sp>
          <p:nvSpPr>
            <p:cNvPr id="12" name="object 12"/>
            <p:cNvSpPr/>
            <p:nvPr/>
          </p:nvSpPr>
          <p:spPr>
            <a:xfrm>
              <a:off x="16230013" y="1642273"/>
              <a:ext cx="0" cy="4550410"/>
            </a:xfrm>
            <a:custGeom>
              <a:avLst/>
              <a:gdLst/>
              <a:ahLst/>
              <a:cxnLst/>
              <a:rect l="l" t="t" r="r" b="b"/>
              <a:pathLst>
                <a:path w="0" h="4550410">
                  <a:moveTo>
                    <a:pt x="0" y="45500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1F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977927" y="1732155"/>
              <a:ext cx="7292340" cy="0"/>
            </a:xfrm>
            <a:custGeom>
              <a:avLst/>
              <a:gdLst/>
              <a:ahLst/>
              <a:cxnLst/>
              <a:rect l="l" t="t" r="r" b="b"/>
              <a:pathLst>
                <a:path w="7292340" h="0">
                  <a:moveTo>
                    <a:pt x="0" y="0"/>
                  </a:moveTo>
                  <a:lnTo>
                    <a:pt x="7292156" y="0"/>
                  </a:lnTo>
                </a:path>
              </a:pathLst>
            </a:custGeom>
            <a:ln w="3175">
              <a:solidFill>
                <a:srgbClr val="1F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989799" y="1670269"/>
              <a:ext cx="7280909" cy="0"/>
            </a:xfrm>
            <a:custGeom>
              <a:avLst/>
              <a:gdLst/>
              <a:ahLst/>
              <a:cxnLst/>
              <a:rect l="l" t="t" r="r" b="b"/>
              <a:pathLst>
                <a:path w="7280909" h="0">
                  <a:moveTo>
                    <a:pt x="0" y="0"/>
                  </a:moveTo>
                  <a:lnTo>
                    <a:pt x="7280285" y="0"/>
                  </a:lnTo>
                </a:path>
              </a:pathLst>
            </a:custGeom>
            <a:ln w="3175">
              <a:solidFill>
                <a:srgbClr val="1F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977927" y="1689425"/>
              <a:ext cx="7247890" cy="0"/>
            </a:xfrm>
            <a:custGeom>
              <a:avLst/>
              <a:gdLst/>
              <a:ahLst/>
              <a:cxnLst/>
              <a:rect l="l" t="t" r="r" b="b"/>
              <a:pathLst>
                <a:path w="7247890" h="0">
                  <a:moveTo>
                    <a:pt x="0" y="0"/>
                  </a:moveTo>
                  <a:lnTo>
                    <a:pt x="7247638" y="0"/>
                  </a:lnTo>
                </a:path>
              </a:pathLst>
            </a:custGeom>
            <a:ln w="35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989799" y="1667323"/>
              <a:ext cx="7239000" cy="0"/>
            </a:xfrm>
            <a:custGeom>
              <a:avLst/>
              <a:gdLst/>
              <a:ahLst/>
              <a:cxnLst/>
              <a:rect l="l" t="t" r="r" b="b"/>
              <a:pathLst>
                <a:path w="7239000" h="0">
                  <a:moveTo>
                    <a:pt x="0" y="0"/>
                  </a:moveTo>
                  <a:lnTo>
                    <a:pt x="7238734" y="0"/>
                  </a:lnTo>
                </a:path>
              </a:pathLst>
            </a:custGeom>
            <a:ln w="265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0" y="8487960"/>
            <a:ext cx="16471900" cy="631190"/>
            <a:chOff x="0" y="8487960"/>
            <a:chExt cx="16471900" cy="63119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8487960"/>
              <a:ext cx="16471904" cy="6306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8525007"/>
              <a:ext cx="16471900" cy="593593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44343" y="1111408"/>
            <a:ext cx="203513" cy="16418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121495" y="7350449"/>
            <a:ext cx="703394" cy="14145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954608" y="6068542"/>
            <a:ext cx="7320137" cy="12082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282297" y="8303988"/>
            <a:ext cx="705938" cy="1705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724458" y="8341876"/>
            <a:ext cx="527864" cy="10735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798315" y="6365338"/>
            <a:ext cx="11854680" cy="121876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87189" y="463541"/>
            <a:ext cx="960755" cy="7639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2450" spc="-105">
                <a:latin typeface="Consolas"/>
                <a:cs typeface="Consolas"/>
              </a:rPr>
              <a:t>Cannon</a:t>
            </a:r>
            <a:endParaRPr sz="2450">
              <a:latin typeface="Consolas"/>
              <a:cs typeface="Consolas"/>
            </a:endParaRPr>
          </a:p>
          <a:p>
            <a:pPr algn="ctr" marL="26034">
              <a:lnSpc>
                <a:spcPct val="100000"/>
              </a:lnSpc>
              <a:spcBef>
                <a:spcPts val="95"/>
              </a:spcBef>
            </a:pPr>
            <a:r>
              <a:rPr dirty="0" sz="2300" spc="-20">
                <a:latin typeface="Times New Roman"/>
                <a:cs typeface="Times New Roman"/>
              </a:rPr>
              <a:t>Crew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52781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TECHNICAL</a:t>
            </a:r>
            <a:r>
              <a:rPr dirty="0" spc="1025">
                <a:latin typeface="Times New Roman"/>
                <a:cs typeface="Times New Roman"/>
              </a:rPr>
              <a:t> </a:t>
            </a:r>
            <a:r>
              <a:rPr dirty="0" spc="85">
                <a:latin typeface="Times New Roman"/>
                <a:cs typeface="Times New Roman"/>
              </a:rPr>
              <a:t>APPROACH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4611350" y="379871"/>
            <a:ext cx="1621790" cy="93916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12700" marR="5080">
              <a:lnSpc>
                <a:spcPct val="97800"/>
              </a:lnSpc>
              <a:spcBef>
                <a:spcPts val="180"/>
              </a:spcBef>
            </a:pPr>
            <a:r>
              <a:rPr dirty="0" sz="2000" spc="-85">
                <a:solidFill>
                  <a:srgbClr val="505050"/>
                </a:solidFill>
                <a:latin typeface="Times New Roman"/>
                <a:cs typeface="Times New Roman"/>
              </a:rPr>
              <a:t>SMAR</a:t>
            </a:r>
            <a:r>
              <a:rPr dirty="0" sz="2000" spc="-2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2000" spc="-270">
                <a:solidFill>
                  <a:srgbClr val="525252"/>
                </a:solidFill>
                <a:latin typeface="Times New Roman"/>
                <a:cs typeface="Times New Roman"/>
              </a:rPr>
              <a:t>T</a:t>
            </a:r>
            <a:r>
              <a:rPr dirty="0" sz="2000" spc="2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40">
                <a:solidFill>
                  <a:srgbClr val="494949"/>
                </a:solidFill>
                <a:latin typeface="Times New Roman"/>
                <a:cs typeface="Times New Roman"/>
              </a:rPr>
              <a:t>INDIA </a:t>
            </a:r>
            <a:r>
              <a:rPr dirty="0" sz="2150" spc="-125">
                <a:solidFill>
                  <a:srgbClr val="4B4B4B"/>
                </a:solidFill>
                <a:latin typeface="Times New Roman"/>
                <a:cs typeface="Times New Roman"/>
              </a:rPr>
              <a:t>HhCKAT</a:t>
            </a:r>
            <a:r>
              <a:rPr dirty="0" sz="2150" spc="-20">
                <a:solidFill>
                  <a:srgbClr val="4B4B4B"/>
                </a:solidFill>
                <a:latin typeface="Times New Roman"/>
                <a:cs typeface="Times New Roman"/>
              </a:rPr>
              <a:t> t10N </a:t>
            </a:r>
            <a:r>
              <a:rPr dirty="0" sz="1900" spc="220">
                <a:solidFill>
                  <a:srgbClr val="4B4B4B"/>
                </a:solidFill>
                <a:latin typeface="Times New Roman"/>
                <a:cs typeface="Times New Roman"/>
              </a:rPr>
              <a:t>ZD24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31349" y="1693262"/>
            <a:ext cx="7197725" cy="426212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262255" indent="-204470">
              <a:lnSpc>
                <a:spcPct val="100000"/>
              </a:lnSpc>
              <a:spcBef>
                <a:spcPts val="330"/>
              </a:spcBef>
              <a:buClr>
                <a:srgbClr val="050505"/>
              </a:buClr>
              <a:buChar char="•"/>
              <a:tabLst>
                <a:tab pos="262255" algn="l"/>
              </a:tabLst>
            </a:pPr>
            <a:r>
              <a:rPr dirty="0" sz="1500" spc="75">
                <a:latin typeface="Calibri"/>
                <a:cs typeface="Calibri"/>
              </a:rPr>
              <a:t>A</a:t>
            </a:r>
            <a:r>
              <a:rPr dirty="0" sz="1500" spc="-80">
                <a:latin typeface="Calibri"/>
                <a:cs typeface="Calibri"/>
              </a:rPr>
              <a:t> </a:t>
            </a:r>
            <a:r>
              <a:rPr dirty="0" sz="1500" spc="65">
                <a:latin typeface="Calibri"/>
                <a:cs typeface="Calibri"/>
              </a:rPr>
              <a:t>R</a:t>
            </a:r>
            <a:r>
              <a:rPr dirty="0" sz="1500" spc="40">
                <a:latin typeface="Calibri"/>
                <a:cs typeface="Calibri"/>
              </a:rPr>
              <a:t> </a:t>
            </a:r>
            <a:r>
              <a:rPr dirty="0" sz="1500" spc="60">
                <a:latin typeface="Calibri"/>
                <a:cs typeface="Calibri"/>
              </a:rPr>
              <a:t>C</a:t>
            </a:r>
            <a:r>
              <a:rPr dirty="0" sz="1500" spc="45">
                <a:latin typeface="Calibri"/>
                <a:cs typeface="Calibri"/>
              </a:rPr>
              <a:t> </a:t>
            </a:r>
            <a:r>
              <a:rPr dirty="0" sz="1500" spc="75">
                <a:latin typeface="Calibri"/>
                <a:cs typeface="Calibri"/>
              </a:rPr>
              <a:t>H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350">
                <a:latin typeface="Calibri"/>
                <a:cs typeface="Calibri"/>
              </a:rPr>
              <a:t>TECTU</a:t>
            </a:r>
            <a:r>
              <a:rPr dirty="0" sz="1500" spc="-170">
                <a:latin typeface="Calibri"/>
                <a:cs typeface="Calibri"/>
              </a:rPr>
              <a:t> </a:t>
            </a:r>
            <a:r>
              <a:rPr dirty="0" sz="1500" spc="325">
                <a:latin typeface="Calibri"/>
                <a:cs typeface="Calibri"/>
              </a:rPr>
              <a:t>RE</a:t>
            </a:r>
            <a:endParaRPr sz="1500">
              <a:latin typeface="Calibri"/>
              <a:cs typeface="Calibri"/>
            </a:endParaRPr>
          </a:p>
          <a:p>
            <a:pPr marL="561975">
              <a:lnSpc>
                <a:spcPct val="100000"/>
              </a:lnSpc>
              <a:spcBef>
                <a:spcPts val="240"/>
              </a:spcBef>
            </a:pPr>
            <a:r>
              <a:rPr dirty="0" u="sng" sz="1550" spc="280">
                <a:uFill>
                  <a:solidFill>
                    <a:srgbClr val="7457AC"/>
                  </a:solidFill>
                </a:uFill>
                <a:latin typeface="Calibri"/>
                <a:cs typeface="Calibri"/>
              </a:rPr>
              <a:t>Chain</a:t>
            </a:r>
            <a:r>
              <a:rPr dirty="0" u="sng" sz="1550" spc="-110">
                <a:uFill>
                  <a:solidFill>
                    <a:srgbClr val="7457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280">
                <a:uFill>
                  <a:solidFill>
                    <a:srgbClr val="7457AC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1550" spc="-80">
                <a:uFill>
                  <a:solidFill>
                    <a:srgbClr val="7457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235">
                <a:uFill>
                  <a:solidFill>
                    <a:srgbClr val="7457AC"/>
                  </a:solidFill>
                </a:uFill>
                <a:latin typeface="Calibri"/>
                <a:cs typeface="Calibri"/>
              </a:rPr>
              <a:t>LLM</a:t>
            </a:r>
            <a:r>
              <a:rPr dirty="0" u="sng" sz="1550" spc="275">
                <a:uFill>
                  <a:solidFill>
                    <a:srgbClr val="7457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195">
                <a:uFill>
                  <a:solidFill>
                    <a:srgbClr val="7457AC"/>
                  </a:solidFill>
                </a:uFill>
                <a:latin typeface="Calibri"/>
                <a:cs typeface="Calibri"/>
              </a:rPr>
              <a:t>agent</a:t>
            </a:r>
            <a:r>
              <a:rPr dirty="0" u="sng" sz="1550" spc="-130">
                <a:uFill>
                  <a:solidFill>
                    <a:srgbClr val="7457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170">
                <a:uFill>
                  <a:solidFill>
                    <a:srgbClr val="7457AC"/>
                  </a:solidFill>
                </a:uFill>
                <a:latin typeface="Calibri"/>
                <a:cs typeface="Calibri"/>
              </a:rPr>
              <a:t>s</a:t>
            </a:r>
            <a:r>
              <a:rPr dirty="0" sz="1550" spc="195">
                <a:latin typeface="Calibri"/>
                <a:cs typeface="Calibri"/>
              </a:rPr>
              <a:t> </a:t>
            </a:r>
            <a:r>
              <a:rPr dirty="0" sz="1550" spc="125">
                <a:latin typeface="Calibri"/>
                <a:cs typeface="Calibri"/>
              </a:rPr>
              <a:t>wi</a:t>
            </a:r>
            <a:r>
              <a:rPr dirty="0" sz="1550" spc="-145">
                <a:latin typeface="Calibri"/>
                <a:cs typeface="Calibri"/>
              </a:rPr>
              <a:t> </a:t>
            </a:r>
            <a:r>
              <a:rPr dirty="0" sz="1550" spc="130">
                <a:latin typeface="Calibri"/>
                <a:cs typeface="Calibri"/>
              </a:rPr>
              <a:t>t</a:t>
            </a:r>
            <a:r>
              <a:rPr dirty="0" sz="1550" spc="130">
                <a:solidFill>
                  <a:srgbClr val="1A1A1A"/>
                </a:solidFill>
                <a:latin typeface="Calibri"/>
                <a:cs typeface="Calibri"/>
              </a:rPr>
              <a:t>h</a:t>
            </a:r>
            <a:r>
              <a:rPr dirty="0" sz="1550" spc="20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550" spc="70">
                <a:latin typeface="Calibri"/>
                <a:cs typeface="Calibri"/>
              </a:rPr>
              <a:t>ac</a:t>
            </a:r>
            <a:r>
              <a:rPr dirty="0" sz="1550" spc="5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ce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s</a:t>
            </a:r>
            <a:r>
              <a:rPr dirty="0" sz="1550" spc="-114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s</a:t>
            </a:r>
            <a:r>
              <a:rPr dirty="0" sz="1550" spc="320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to</a:t>
            </a:r>
            <a:r>
              <a:rPr dirty="0" sz="1550" spc="235">
                <a:latin typeface="Calibri"/>
                <a:cs typeface="Calibri"/>
              </a:rPr>
              <a:t> </a:t>
            </a:r>
            <a:r>
              <a:rPr dirty="0" sz="1550" spc="80">
                <a:latin typeface="Calibri"/>
                <a:cs typeface="Calibri"/>
              </a:rPr>
              <a:t>an</a:t>
            </a:r>
            <a:r>
              <a:rPr dirty="0" sz="1550" spc="335">
                <a:latin typeface="Calibri"/>
                <a:cs typeface="Calibri"/>
              </a:rPr>
              <a:t> </a:t>
            </a:r>
            <a:r>
              <a:rPr dirty="0" sz="1550" spc="204">
                <a:latin typeface="Calibri"/>
                <a:cs typeface="Calibri"/>
              </a:rPr>
              <a:t>adm</a:t>
            </a:r>
            <a:r>
              <a:rPr dirty="0" sz="1550" spc="-204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in</a:t>
            </a:r>
            <a:r>
              <a:rPr dirty="0" sz="1550" spc="75">
                <a:latin typeface="Calibri"/>
                <a:cs typeface="Calibri"/>
              </a:rPr>
              <a:t>  </a:t>
            </a:r>
            <a:r>
              <a:rPr dirty="0" sz="1550" spc="65">
                <a:latin typeface="Calibri"/>
                <a:cs typeface="Calibri"/>
              </a:rPr>
              <a:t>s</a:t>
            </a:r>
            <a:r>
              <a:rPr dirty="0" sz="1550" spc="-170">
                <a:latin typeface="Calibri"/>
                <a:cs typeface="Calibri"/>
              </a:rPr>
              <a:t> </a:t>
            </a:r>
            <a:r>
              <a:rPr dirty="0" sz="1550" spc="75">
                <a:latin typeface="Calibri"/>
                <a:cs typeface="Calibri"/>
              </a:rPr>
              <a:t>he</a:t>
            </a:r>
            <a:r>
              <a:rPr dirty="0" sz="1550" spc="-110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II.</a:t>
            </a:r>
            <a:endParaRPr sz="1550">
              <a:latin typeface="Calibri"/>
              <a:cs typeface="Calibri"/>
            </a:endParaRPr>
          </a:p>
          <a:p>
            <a:pPr lvl="1" marL="567055" indent="-167640">
              <a:lnSpc>
                <a:spcPct val="100000"/>
              </a:lnSpc>
              <a:spcBef>
                <a:spcPts val="180"/>
              </a:spcBef>
              <a:buClr>
                <a:srgbClr val="525252"/>
              </a:buClr>
              <a:buChar char="-"/>
              <a:tabLst>
                <a:tab pos="567055" algn="l"/>
              </a:tabLst>
            </a:pPr>
            <a:r>
              <a:rPr dirty="0" sz="1600">
                <a:latin typeface="Calibri"/>
                <a:cs typeface="Calibri"/>
              </a:rPr>
              <a:t>U</a:t>
            </a:r>
            <a:r>
              <a:rPr dirty="0" sz="1600" spc="-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</a:t>
            </a:r>
            <a:r>
              <a:rPr dirty="0" sz="1600" spc="4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3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paw</a:t>
            </a:r>
            <a:r>
              <a:rPr dirty="0" sz="1600" spc="30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er</a:t>
            </a:r>
            <a:r>
              <a:rPr dirty="0" sz="1600" spc="409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</a:t>
            </a:r>
            <a:r>
              <a:rPr dirty="0" sz="1600" spc="-150">
                <a:latin typeface="Calibri"/>
                <a:cs typeface="Calibri"/>
              </a:rPr>
              <a:t> </a:t>
            </a:r>
            <a:r>
              <a:rPr dirty="0" sz="1600" spc="95">
                <a:latin typeface="Calibri"/>
                <a:cs typeface="Calibri"/>
              </a:rPr>
              <a:t>heII</a:t>
            </a:r>
            <a:r>
              <a:rPr dirty="0" sz="1600" spc="70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sc</a:t>
            </a:r>
            <a:r>
              <a:rPr dirty="0" sz="1600" spc="1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rip</a:t>
            </a:r>
            <a:r>
              <a:rPr dirty="0" sz="1600" spc="190">
                <a:latin typeface="Calibri"/>
                <a:cs typeface="Calibri"/>
              </a:rPr>
              <a:t> </a:t>
            </a:r>
            <a:r>
              <a:rPr dirty="0" sz="1600" spc="130">
                <a:latin typeface="Calibri"/>
                <a:cs typeface="Calibri"/>
              </a:rPr>
              <a:t>ts</a:t>
            </a:r>
            <a:r>
              <a:rPr dirty="0" sz="1600" spc="3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455">
                <a:latin typeface="Calibri"/>
                <a:cs typeface="Calibri"/>
              </a:rPr>
              <a:t> </a:t>
            </a:r>
            <a:r>
              <a:rPr dirty="0" sz="1600" spc="120">
                <a:latin typeface="Calibri"/>
                <a:cs typeface="Calibri"/>
              </a:rPr>
              <a:t>au</a:t>
            </a:r>
            <a:r>
              <a:rPr dirty="0" sz="1600" spc="-1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25">
                <a:latin typeface="Calibri"/>
                <a:cs typeface="Calibri"/>
              </a:rPr>
              <a:t> </a:t>
            </a:r>
            <a:r>
              <a:rPr dirty="0" sz="1600" spc="90">
                <a:latin typeface="Calibri"/>
                <a:cs typeface="Calibri"/>
              </a:rPr>
              <a:t>ma</a:t>
            </a:r>
            <a:r>
              <a:rPr dirty="0" sz="1600" spc="-95">
                <a:latin typeface="Calibri"/>
                <a:cs typeface="Calibri"/>
              </a:rPr>
              <a:t> </a:t>
            </a:r>
            <a:r>
              <a:rPr dirty="0" sz="1600" spc="125">
                <a:latin typeface="Calibri"/>
                <a:cs typeface="Calibri"/>
              </a:rPr>
              <a:t>te</a:t>
            </a:r>
            <a:r>
              <a:rPr dirty="0" sz="1600" spc="120">
                <a:latin typeface="Calibri"/>
                <a:cs typeface="Calibri"/>
              </a:rPr>
              <a:t> </a:t>
            </a:r>
            <a:r>
              <a:rPr dirty="0" sz="1600" spc="50">
                <a:latin typeface="Calibri"/>
                <a:cs typeface="Calibri"/>
              </a:rPr>
              <a:t>GPO</a:t>
            </a:r>
            <a:r>
              <a:rPr dirty="0" sz="1600" spc="125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105">
                <a:latin typeface="Calibri"/>
                <a:cs typeface="Calibri"/>
              </a:rPr>
              <a:t> </a:t>
            </a:r>
            <a:r>
              <a:rPr dirty="0" sz="1600" spc="200">
                <a:latin typeface="Calibri"/>
                <a:cs typeface="Calibri"/>
              </a:rPr>
              <a:t>pplica</a:t>
            </a:r>
            <a:r>
              <a:rPr dirty="0" sz="1600" spc="-220">
                <a:latin typeface="Calibri"/>
                <a:cs typeface="Calibri"/>
              </a:rPr>
              <a:t> </a:t>
            </a:r>
            <a:r>
              <a:rPr dirty="0" sz="1600" spc="170">
                <a:latin typeface="Calibri"/>
                <a:cs typeface="Calibri"/>
              </a:rPr>
              <a:t>tion.</a:t>
            </a:r>
            <a:endParaRPr sz="1600">
              <a:latin typeface="Calibri"/>
              <a:cs typeface="Calibri"/>
            </a:endParaRPr>
          </a:p>
          <a:p>
            <a:pPr marL="566420" marR="1096010" indent="635">
              <a:lnSpc>
                <a:spcPts val="2090"/>
              </a:lnSpc>
              <a:spcBef>
                <a:spcPts val="95"/>
              </a:spcBef>
            </a:pPr>
            <a:r>
              <a:rPr dirty="0" sz="1550" spc="225">
                <a:latin typeface="Calibri"/>
                <a:cs typeface="Calibri"/>
              </a:rPr>
              <a:t>LL</a:t>
            </a:r>
            <a:r>
              <a:rPr dirty="0" sz="1550" spc="-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</a:t>
            </a:r>
            <a:r>
              <a:rPr dirty="0" sz="1550" spc="1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(M</a:t>
            </a:r>
            <a:r>
              <a:rPr dirty="0" sz="1550" spc="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</a:t>
            </a:r>
            <a:r>
              <a:rPr dirty="0" sz="1550" spc="-1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st</a:t>
            </a:r>
            <a:r>
              <a:rPr dirty="0" sz="1550" spc="1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ra</a:t>
            </a:r>
            <a:r>
              <a:rPr dirty="0" sz="1550" spc="1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I)</a:t>
            </a:r>
            <a:r>
              <a:rPr dirty="0" sz="1550" spc="385">
                <a:latin typeface="Calibri"/>
                <a:cs typeface="Calibri"/>
              </a:rPr>
              <a:t> </a:t>
            </a:r>
            <a:r>
              <a:rPr dirty="0" sz="1550" spc="220">
                <a:latin typeface="Calibri"/>
                <a:cs typeface="Calibri"/>
              </a:rPr>
              <a:t>gene</a:t>
            </a:r>
            <a:r>
              <a:rPr dirty="0" sz="1550" spc="-215">
                <a:latin typeface="Calibri"/>
                <a:cs typeface="Calibri"/>
              </a:rPr>
              <a:t> </a:t>
            </a:r>
            <a:r>
              <a:rPr dirty="0" sz="1550" spc="190">
                <a:latin typeface="Calibri"/>
                <a:cs typeface="Calibri"/>
              </a:rPr>
              <a:t>ra</a:t>
            </a:r>
            <a:r>
              <a:rPr dirty="0" sz="1550" spc="-220">
                <a:latin typeface="Calibri"/>
                <a:cs typeface="Calibri"/>
              </a:rPr>
              <a:t> </a:t>
            </a:r>
            <a:r>
              <a:rPr dirty="0" sz="1550" spc="180">
                <a:latin typeface="Calibri"/>
                <a:cs typeface="Calibri"/>
              </a:rPr>
              <a:t>tes</a:t>
            </a:r>
            <a:r>
              <a:rPr dirty="0" sz="1550" spc="200">
                <a:latin typeface="Calibri"/>
                <a:cs typeface="Calibri"/>
              </a:rPr>
              <a:t> </a:t>
            </a:r>
            <a:r>
              <a:rPr dirty="0" sz="1550" spc="204">
                <a:latin typeface="Calibri"/>
                <a:cs typeface="Calibri"/>
              </a:rPr>
              <a:t>Pawer</a:t>
            </a:r>
            <a:r>
              <a:rPr dirty="0" sz="1550" spc="-195">
                <a:latin typeface="Calibri"/>
                <a:cs typeface="Calibri"/>
              </a:rPr>
              <a:t> </a:t>
            </a:r>
            <a:r>
              <a:rPr dirty="0" sz="1550" spc="185">
                <a:latin typeface="Calibri"/>
                <a:cs typeface="Calibri"/>
              </a:rPr>
              <a:t>s</a:t>
            </a:r>
            <a:r>
              <a:rPr dirty="0" sz="1550" spc="-85">
                <a:latin typeface="Calibri"/>
                <a:cs typeface="Calibri"/>
              </a:rPr>
              <a:t> </a:t>
            </a:r>
            <a:r>
              <a:rPr dirty="0" sz="1550" spc="245">
                <a:latin typeface="Calibri"/>
                <a:cs typeface="Calibri"/>
              </a:rPr>
              <a:t>hell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 spc="240">
                <a:latin typeface="Calibri"/>
                <a:cs typeface="Calibri"/>
              </a:rPr>
              <a:t>script</a:t>
            </a:r>
            <a:r>
              <a:rPr dirty="0" sz="1550" spc="-50">
                <a:latin typeface="Calibri"/>
                <a:cs typeface="Calibri"/>
              </a:rPr>
              <a:t> </a:t>
            </a:r>
            <a:r>
              <a:rPr dirty="0" sz="1550" spc="260">
                <a:latin typeface="Calibri"/>
                <a:cs typeface="Calibri"/>
              </a:rPr>
              <a:t>using</a:t>
            </a:r>
            <a:r>
              <a:rPr dirty="0" sz="1550" spc="-25">
                <a:latin typeface="Calibri"/>
                <a:cs typeface="Calibri"/>
              </a:rPr>
              <a:t> </a:t>
            </a:r>
            <a:r>
              <a:rPr dirty="0" sz="1550" spc="260">
                <a:latin typeface="Calibri"/>
                <a:cs typeface="Calibri"/>
              </a:rPr>
              <a:t>CI</a:t>
            </a:r>
            <a:r>
              <a:rPr dirty="0" sz="1550" spc="-185">
                <a:latin typeface="Calibri"/>
                <a:cs typeface="Calibri"/>
              </a:rPr>
              <a:t> </a:t>
            </a:r>
            <a:r>
              <a:rPr dirty="0" sz="1550" spc="220">
                <a:latin typeface="Calibri"/>
                <a:cs typeface="Calibri"/>
              </a:rPr>
              <a:t>s </a:t>
            </a:r>
            <a:r>
              <a:rPr dirty="0" sz="1550" spc="210">
                <a:latin typeface="Calibri"/>
                <a:cs typeface="Calibri"/>
              </a:rPr>
              <a:t>guideI</a:t>
            </a:r>
            <a:r>
              <a:rPr dirty="0" sz="1550" spc="-185">
                <a:latin typeface="Calibri"/>
                <a:cs typeface="Calibri"/>
              </a:rPr>
              <a:t> </a:t>
            </a:r>
            <a:r>
              <a:rPr dirty="0" sz="1550" spc="140">
                <a:latin typeface="Calibri"/>
                <a:cs typeface="Calibri"/>
              </a:rPr>
              <a:t>ine</a:t>
            </a:r>
            <a:r>
              <a:rPr dirty="0" sz="1550" spc="-185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s</a:t>
            </a:r>
            <a:r>
              <a:rPr dirty="0" sz="1550" spc="295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s</a:t>
            </a:r>
            <a:r>
              <a:rPr dirty="0" sz="1550" spc="-75">
                <a:latin typeface="Calibri"/>
                <a:cs typeface="Calibri"/>
              </a:rPr>
              <a:t> </a:t>
            </a:r>
            <a:r>
              <a:rPr dirty="0" sz="1550" spc="55">
                <a:latin typeface="Calibri"/>
                <a:cs typeface="Calibri"/>
              </a:rPr>
              <a:t>to</a:t>
            </a:r>
            <a:r>
              <a:rPr dirty="0" sz="1550" spc="-105">
                <a:latin typeface="Calibri"/>
                <a:cs typeface="Calibri"/>
              </a:rPr>
              <a:t> </a:t>
            </a:r>
            <a:r>
              <a:rPr dirty="0" sz="1550" spc="55">
                <a:latin typeface="Calibri"/>
                <a:cs typeface="Calibri"/>
              </a:rPr>
              <a:t>re</a:t>
            </a:r>
            <a:r>
              <a:rPr dirty="0" sz="1550" spc="-40">
                <a:latin typeface="Calibri"/>
                <a:cs typeface="Calibri"/>
              </a:rPr>
              <a:t> </a:t>
            </a:r>
            <a:r>
              <a:rPr dirty="0" sz="1550" spc="70">
                <a:latin typeface="Calibri"/>
                <a:cs typeface="Calibri"/>
              </a:rPr>
              <a:t>d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 spc="55">
                <a:latin typeface="Calibri"/>
                <a:cs typeface="Calibri"/>
              </a:rPr>
              <a:t>in</a:t>
            </a:r>
            <a:r>
              <a:rPr dirty="0" sz="1550" spc="350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F</a:t>
            </a:r>
            <a:r>
              <a:rPr dirty="0" sz="1550" spc="-20">
                <a:latin typeface="Calibri"/>
                <a:cs typeface="Calibri"/>
              </a:rPr>
              <a:t> </a:t>
            </a:r>
            <a:r>
              <a:rPr dirty="0" sz="1550" spc="55">
                <a:latin typeface="Calibri"/>
                <a:cs typeface="Calibri"/>
              </a:rPr>
              <a:t>AIS</a:t>
            </a:r>
            <a:r>
              <a:rPr dirty="0" sz="1550" spc="440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S</a:t>
            </a:r>
            <a:r>
              <a:rPr dirty="0" sz="1550" spc="330">
                <a:latin typeface="Calibri"/>
                <a:cs typeface="Calibri"/>
              </a:rPr>
              <a:t> </a:t>
            </a:r>
            <a:r>
              <a:rPr dirty="0" sz="1550" spc="55">
                <a:latin typeface="Calibri"/>
                <a:cs typeface="Calibri"/>
              </a:rPr>
              <a:t>(R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 spc="80">
                <a:latin typeface="Calibri"/>
                <a:cs typeface="Calibri"/>
              </a:rPr>
              <a:t>AG</a:t>
            </a:r>
            <a:r>
              <a:rPr dirty="0" sz="1550" spc="405">
                <a:latin typeface="Calibri"/>
                <a:cs typeface="Calibri"/>
              </a:rPr>
              <a:t> </a:t>
            </a:r>
            <a:r>
              <a:rPr dirty="0" sz="1550" spc="85">
                <a:latin typeface="Calibri"/>
                <a:cs typeface="Calibri"/>
              </a:rPr>
              <a:t>D</a:t>
            </a:r>
            <a:r>
              <a:rPr dirty="0" sz="1550" spc="-130">
                <a:latin typeface="Calibri"/>
                <a:cs typeface="Calibri"/>
              </a:rPr>
              <a:t> </a:t>
            </a:r>
            <a:r>
              <a:rPr dirty="0" sz="1550" spc="70">
                <a:latin typeface="Calibri"/>
                <a:cs typeface="Calibri"/>
              </a:rPr>
              <a:t>a</a:t>
            </a:r>
            <a:r>
              <a:rPr dirty="0" sz="1550" spc="-120">
                <a:latin typeface="Calibri"/>
                <a:cs typeface="Calibri"/>
              </a:rPr>
              <a:t> </a:t>
            </a:r>
            <a:r>
              <a:rPr dirty="0" sz="1550" spc="185">
                <a:latin typeface="Calibri"/>
                <a:cs typeface="Calibri"/>
              </a:rPr>
              <a:t>taba</a:t>
            </a:r>
            <a:r>
              <a:rPr dirty="0" sz="1550" spc="-150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s</a:t>
            </a:r>
            <a:r>
              <a:rPr dirty="0" sz="1550" spc="-125">
                <a:latin typeface="Calibri"/>
                <a:cs typeface="Calibri"/>
              </a:rPr>
              <a:t> </a:t>
            </a:r>
            <a:r>
              <a:rPr dirty="0" sz="1550" spc="25">
                <a:latin typeface="Calibri"/>
                <a:cs typeface="Calibri"/>
              </a:rPr>
              <a:t>e)</a:t>
            </a:r>
            <a:endParaRPr sz="1550">
              <a:latin typeface="Calibri"/>
              <a:cs typeface="Calibri"/>
            </a:endParaRPr>
          </a:p>
          <a:p>
            <a:pPr marL="431165">
              <a:lnSpc>
                <a:spcPct val="100000"/>
              </a:lnSpc>
              <a:spcBef>
                <a:spcPts val="120"/>
              </a:spcBef>
              <a:tabLst>
                <a:tab pos="1289685" algn="l"/>
              </a:tabLst>
            </a:pPr>
            <a:r>
              <a:rPr dirty="0" sz="1550">
                <a:solidFill>
                  <a:srgbClr val="4F4F4F"/>
                </a:solidFill>
                <a:latin typeface="Calibri"/>
                <a:cs typeface="Calibri"/>
              </a:rPr>
              <a:t>'</a:t>
            </a:r>
            <a:r>
              <a:rPr dirty="0" sz="1550" spc="24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550" spc="-70">
                <a:latin typeface="Calibri"/>
                <a:cs typeface="Calibri"/>
              </a:rPr>
              <a:t>Ad</a:t>
            </a:r>
            <a:r>
              <a:rPr dirty="0" sz="1550" spc="434">
                <a:latin typeface="Calibri"/>
                <a:cs typeface="Calibri"/>
              </a:rPr>
              <a:t> </a:t>
            </a:r>
            <a:r>
              <a:rPr dirty="0" sz="1550" spc="-325">
                <a:latin typeface="Calibri"/>
                <a:cs typeface="Calibri"/>
              </a:rPr>
              <a:t>m</a:t>
            </a:r>
            <a:r>
              <a:rPr dirty="0" sz="1550" spc="235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in</a:t>
            </a:r>
            <a:r>
              <a:rPr dirty="0" sz="1550">
                <a:latin typeface="Calibri"/>
                <a:cs typeface="Calibri"/>
              </a:rPr>
              <a:t>	S</a:t>
            </a:r>
            <a:r>
              <a:rPr dirty="0" sz="1550" spc="254">
                <a:latin typeface="Calibri"/>
                <a:cs typeface="Calibri"/>
              </a:rPr>
              <a:t> </a:t>
            </a:r>
            <a:r>
              <a:rPr dirty="0" sz="1550" spc="-215">
                <a:latin typeface="Calibri"/>
                <a:cs typeface="Calibri"/>
              </a:rPr>
              <a:t>h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 spc="75">
                <a:latin typeface="Calibri"/>
                <a:cs typeface="Calibri"/>
              </a:rPr>
              <a:t>eII</a:t>
            </a:r>
            <a:r>
              <a:rPr dirty="0" sz="1550" spc="455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e</a:t>
            </a:r>
            <a:r>
              <a:rPr dirty="0" sz="1550" spc="-155">
                <a:latin typeface="Calibri"/>
                <a:cs typeface="Calibri"/>
              </a:rPr>
              <a:t> </a:t>
            </a:r>
            <a:r>
              <a:rPr dirty="0" sz="1550" spc="50">
                <a:latin typeface="Calibri"/>
                <a:cs typeface="Calibri"/>
              </a:rPr>
              <a:t>x</a:t>
            </a:r>
            <a:r>
              <a:rPr dirty="0" sz="1550" spc="-125">
                <a:latin typeface="Calibri"/>
                <a:cs typeface="Calibri"/>
              </a:rPr>
              <a:t> </a:t>
            </a:r>
            <a:r>
              <a:rPr dirty="0" sz="1550" spc="140">
                <a:latin typeface="Calibri"/>
                <a:cs typeface="Calibri"/>
              </a:rPr>
              <a:t>ec</a:t>
            </a:r>
            <a:r>
              <a:rPr dirty="0" sz="1550" spc="-114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ute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s</a:t>
            </a:r>
            <a:r>
              <a:rPr dirty="0" sz="1550" spc="215">
                <a:latin typeface="Calibri"/>
                <a:cs typeface="Calibri"/>
              </a:rPr>
              <a:t> </a:t>
            </a:r>
            <a:r>
              <a:rPr dirty="0" sz="1550" spc="70">
                <a:latin typeface="Calibri"/>
                <a:cs typeface="Calibri"/>
              </a:rPr>
              <a:t>Po </a:t>
            </a:r>
            <a:r>
              <a:rPr dirty="0" sz="1550" spc="-65">
                <a:latin typeface="Calibri"/>
                <a:cs typeface="Calibri"/>
              </a:rPr>
              <a:t>w</a:t>
            </a:r>
            <a:r>
              <a:rPr dirty="0" sz="1550" spc="-140">
                <a:latin typeface="Calibri"/>
                <a:cs typeface="Calibri"/>
              </a:rPr>
              <a:t> </a:t>
            </a:r>
            <a:r>
              <a:rPr dirty="0" sz="1550" spc="95">
                <a:latin typeface="Calibri"/>
                <a:cs typeface="Calibri"/>
              </a:rPr>
              <a:t>ers </a:t>
            </a:r>
            <a:r>
              <a:rPr dirty="0" sz="1550" spc="114">
                <a:latin typeface="Calibri"/>
                <a:cs typeface="Calibri"/>
              </a:rPr>
              <a:t>heII</a:t>
            </a:r>
            <a:r>
              <a:rPr dirty="0" sz="1550" spc="470">
                <a:latin typeface="Calibri"/>
                <a:cs typeface="Calibri"/>
              </a:rPr>
              <a:t> </a:t>
            </a:r>
            <a:r>
              <a:rPr dirty="0" sz="1550" spc="55">
                <a:latin typeface="Calibri"/>
                <a:cs typeface="Calibri"/>
              </a:rPr>
              <a:t>Sc</a:t>
            </a:r>
            <a:r>
              <a:rPr dirty="0" sz="1550" spc="1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ri</a:t>
            </a:r>
            <a:r>
              <a:rPr dirty="0" sz="1550" spc="-30">
                <a:latin typeface="Calibri"/>
                <a:cs typeface="Calibri"/>
              </a:rPr>
              <a:t> </a:t>
            </a:r>
            <a:r>
              <a:rPr dirty="0" sz="1550" spc="55">
                <a:latin typeface="Calibri"/>
                <a:cs typeface="Calibri"/>
              </a:rPr>
              <a:t>pt</a:t>
            </a:r>
            <a:r>
              <a:rPr dirty="0" sz="1550" spc="434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and</a:t>
            </a:r>
            <a:r>
              <a:rPr dirty="0" sz="1550" spc="425">
                <a:latin typeface="Calibri"/>
                <a:cs typeface="Calibri"/>
              </a:rPr>
              <a:t> </a:t>
            </a:r>
            <a:r>
              <a:rPr dirty="0" sz="1550" spc="145">
                <a:latin typeface="Calibri"/>
                <a:cs typeface="Calibri"/>
              </a:rPr>
              <a:t>imp</a:t>
            </a:r>
            <a:r>
              <a:rPr dirty="0" sz="1550" spc="-1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</a:t>
            </a:r>
            <a:r>
              <a:rPr dirty="0" sz="1550" spc="-110">
                <a:latin typeface="Calibri"/>
                <a:cs typeface="Calibri"/>
              </a:rPr>
              <a:t> </a:t>
            </a:r>
            <a:r>
              <a:rPr dirty="0" sz="1550" spc="165">
                <a:latin typeface="Calibri"/>
                <a:cs typeface="Calibri"/>
              </a:rPr>
              <a:t>ement</a:t>
            </a:r>
            <a:r>
              <a:rPr dirty="0" sz="1550" spc="-114">
                <a:latin typeface="Calibri"/>
                <a:cs typeface="Calibri"/>
              </a:rPr>
              <a:t> </a:t>
            </a:r>
            <a:r>
              <a:rPr dirty="0" sz="1550" spc="125">
                <a:latin typeface="Calibri"/>
                <a:cs typeface="Calibri"/>
              </a:rPr>
              <a:t>s</a:t>
            </a:r>
            <a:r>
              <a:rPr dirty="0" sz="1550" spc="210">
                <a:latin typeface="Calibri"/>
                <a:cs typeface="Calibri"/>
              </a:rPr>
              <a:t> </a:t>
            </a:r>
            <a:r>
              <a:rPr dirty="0" sz="1550" spc="204">
                <a:latin typeface="Calibri"/>
                <a:cs typeface="Calibri"/>
              </a:rPr>
              <a:t>GP</a:t>
            </a:r>
            <a:r>
              <a:rPr dirty="0" sz="1550" spc="-140">
                <a:latin typeface="Calibri"/>
                <a:cs typeface="Calibri"/>
              </a:rPr>
              <a:t> </a:t>
            </a:r>
            <a:r>
              <a:rPr dirty="0" sz="1550" spc="105">
                <a:latin typeface="Calibri"/>
                <a:cs typeface="Calibri"/>
              </a:rPr>
              <a:t>0</a:t>
            </a:r>
            <a:endParaRPr sz="1550">
              <a:latin typeface="Calibri"/>
              <a:cs typeface="Calibri"/>
            </a:endParaRPr>
          </a:p>
          <a:p>
            <a:pPr marL="568960">
              <a:lnSpc>
                <a:spcPct val="100000"/>
              </a:lnSpc>
              <a:spcBef>
                <a:spcPts val="175"/>
              </a:spcBef>
            </a:pPr>
            <a:r>
              <a:rPr dirty="0" sz="1600" spc="125">
                <a:latin typeface="Calibri"/>
                <a:cs typeface="Calibri"/>
              </a:rPr>
              <a:t>ruIe</a:t>
            </a:r>
            <a:r>
              <a:rPr dirty="0" sz="1600" spc="-125">
                <a:latin typeface="Calibri"/>
                <a:cs typeface="Calibri"/>
              </a:rPr>
              <a:t> </a:t>
            </a:r>
            <a:r>
              <a:rPr dirty="0" sz="1600" spc="75"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  <a:p>
            <a:pPr lvl="1" marL="561975" indent="-162560">
              <a:lnSpc>
                <a:spcPct val="100000"/>
              </a:lnSpc>
              <a:spcBef>
                <a:spcPts val="220"/>
              </a:spcBef>
              <a:buClr>
                <a:srgbClr val="646D79"/>
              </a:buClr>
              <a:buChar char="-"/>
              <a:tabLst>
                <a:tab pos="561975" algn="l"/>
              </a:tabLst>
            </a:pPr>
            <a:r>
              <a:rPr dirty="0" sz="1550" spc="55">
                <a:latin typeface="Calibri"/>
                <a:cs typeface="Calibri"/>
              </a:rPr>
              <a:t>G</a:t>
            </a:r>
            <a:r>
              <a:rPr dirty="0" sz="1550" spc="-50">
                <a:latin typeface="Calibri"/>
                <a:cs typeface="Calibri"/>
              </a:rPr>
              <a:t> </a:t>
            </a:r>
            <a:r>
              <a:rPr dirty="0" sz="1550" spc="50">
                <a:latin typeface="Calibri"/>
                <a:cs typeface="Calibri"/>
              </a:rPr>
              <a:t>PO</a:t>
            </a:r>
            <a:r>
              <a:rPr dirty="0" sz="1550" spc="4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</a:t>
            </a:r>
            <a:r>
              <a:rPr dirty="0" sz="1550" spc="-120">
                <a:latin typeface="Calibri"/>
                <a:cs typeface="Calibri"/>
              </a:rPr>
              <a:t> </a:t>
            </a:r>
            <a:r>
              <a:rPr dirty="0" sz="1550" spc="95">
                <a:latin typeface="Calibri"/>
                <a:cs typeface="Calibri"/>
              </a:rPr>
              <a:t>uI</a:t>
            </a:r>
            <a:r>
              <a:rPr dirty="0" sz="1550" spc="-100">
                <a:latin typeface="Calibri"/>
                <a:cs typeface="Calibri"/>
              </a:rPr>
              <a:t> </a:t>
            </a:r>
            <a:r>
              <a:rPr dirty="0" sz="1550" spc="145">
                <a:latin typeface="Calibri"/>
                <a:cs typeface="Calibri"/>
              </a:rPr>
              <a:t>es</a:t>
            </a:r>
            <a:r>
              <a:rPr dirty="0" sz="1550" spc="290">
                <a:latin typeface="Calibri"/>
                <a:cs typeface="Calibri"/>
              </a:rPr>
              <a:t> </a:t>
            </a:r>
            <a:r>
              <a:rPr dirty="0" sz="1550" spc="70">
                <a:latin typeface="Calibri"/>
                <a:cs typeface="Calibri"/>
              </a:rPr>
              <a:t>a</a:t>
            </a:r>
            <a:r>
              <a:rPr dirty="0" sz="1550" spc="-204">
                <a:latin typeface="Calibri"/>
                <a:cs typeface="Calibri"/>
              </a:rPr>
              <a:t> </a:t>
            </a:r>
            <a:r>
              <a:rPr dirty="0" sz="1550" spc="55">
                <a:latin typeface="Calibri"/>
                <a:cs typeface="Calibri"/>
              </a:rPr>
              <a:t>re</a:t>
            </a:r>
            <a:r>
              <a:rPr dirty="0" sz="1550" spc="430">
                <a:latin typeface="Calibri"/>
                <a:cs typeface="Calibri"/>
              </a:rPr>
              <a:t> </a:t>
            </a:r>
            <a:r>
              <a:rPr dirty="0" sz="1550" spc="170">
                <a:latin typeface="Calibri"/>
                <a:cs typeface="Calibri"/>
              </a:rPr>
              <a:t>tes</a:t>
            </a:r>
            <a:r>
              <a:rPr dirty="0" sz="1550" spc="-75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ted</a:t>
            </a:r>
            <a:r>
              <a:rPr dirty="0" sz="1550" spc="105">
                <a:latin typeface="Calibri"/>
                <a:cs typeface="Calibri"/>
              </a:rPr>
              <a:t>  </a:t>
            </a:r>
            <a:r>
              <a:rPr dirty="0" sz="1550" spc="55">
                <a:latin typeface="Calibri"/>
                <a:cs typeface="Calibri"/>
              </a:rPr>
              <a:t>wi</a:t>
            </a:r>
            <a:r>
              <a:rPr dirty="0" sz="1550" spc="-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</a:t>
            </a:r>
            <a:r>
              <a:rPr dirty="0" sz="1550" spc="85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in</a:t>
            </a:r>
            <a:r>
              <a:rPr dirty="0" sz="1550" spc="200">
                <a:latin typeface="Calibri"/>
                <a:cs typeface="Calibri"/>
              </a:rPr>
              <a:t> </a:t>
            </a:r>
            <a:r>
              <a:rPr dirty="0" sz="1550" spc="155">
                <a:latin typeface="Calibri"/>
                <a:cs typeface="Calibri"/>
              </a:rPr>
              <a:t>-</a:t>
            </a:r>
            <a:r>
              <a:rPr dirty="0" sz="1550">
                <a:latin typeface="Calibri"/>
                <a:cs typeface="Calibri"/>
              </a:rPr>
              <a:t>hou</a:t>
            </a:r>
            <a:r>
              <a:rPr dirty="0" sz="1550" spc="2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</a:t>
            </a:r>
            <a:r>
              <a:rPr dirty="0" sz="1550" spc="-100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e</a:t>
            </a:r>
            <a:r>
              <a:rPr dirty="0" sz="1550" spc="16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te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s</a:t>
            </a:r>
            <a:r>
              <a:rPr dirty="0" sz="1550" spc="-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</a:t>
            </a:r>
            <a:r>
              <a:rPr dirty="0" sz="1550" spc="-195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ing</a:t>
            </a:r>
            <a:r>
              <a:rPr dirty="0" sz="1550" spc="130">
                <a:latin typeface="Calibri"/>
                <a:cs typeface="Calibri"/>
              </a:rPr>
              <a:t>  </a:t>
            </a:r>
            <a:r>
              <a:rPr dirty="0" sz="1550" spc="75">
                <a:latin typeface="Calibri"/>
                <a:cs typeface="Calibri"/>
              </a:rPr>
              <a:t>and</a:t>
            </a:r>
            <a:r>
              <a:rPr dirty="0" sz="1550" spc="105">
                <a:latin typeface="Calibri"/>
                <a:cs typeface="Calibri"/>
              </a:rPr>
              <a:t>  </a:t>
            </a:r>
            <a:r>
              <a:rPr dirty="0" sz="1550" spc="80">
                <a:latin typeface="Calibri"/>
                <a:cs typeface="Calibri"/>
              </a:rPr>
              <a:t>an</a:t>
            </a:r>
            <a:r>
              <a:rPr dirty="0" sz="1550" spc="-65">
                <a:latin typeface="Calibri"/>
                <a:cs typeface="Calibri"/>
              </a:rPr>
              <a:t> </a:t>
            </a:r>
            <a:r>
              <a:rPr dirty="0" sz="1550" spc="80">
                <a:latin typeface="Calibri"/>
                <a:cs typeface="Calibri"/>
              </a:rPr>
              <a:t>a</a:t>
            </a:r>
            <a:r>
              <a:rPr dirty="0" sz="1550" spc="-120">
                <a:latin typeface="Calibri"/>
                <a:cs typeface="Calibri"/>
              </a:rPr>
              <a:t> </a:t>
            </a:r>
            <a:r>
              <a:rPr dirty="0" sz="1550" spc="55">
                <a:latin typeface="Calibri"/>
                <a:cs typeface="Calibri"/>
              </a:rPr>
              <a:t>fy</a:t>
            </a:r>
            <a:r>
              <a:rPr dirty="0" sz="1550" spc="-75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s</a:t>
            </a:r>
            <a:r>
              <a:rPr dirty="0" sz="1550" spc="-1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</a:t>
            </a:r>
            <a:r>
              <a:rPr dirty="0" sz="1550" spc="-95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s</a:t>
            </a:r>
            <a:r>
              <a:rPr dirty="0" sz="1550" spc="335">
                <a:latin typeface="Calibri"/>
                <a:cs typeface="Calibri"/>
              </a:rPr>
              <a:t> </a:t>
            </a:r>
            <a:r>
              <a:rPr dirty="0" sz="1550" spc="175">
                <a:latin typeface="Calibri"/>
                <a:cs typeface="Calibri"/>
              </a:rPr>
              <a:t>tool</a:t>
            </a:r>
            <a:r>
              <a:rPr dirty="0" sz="1550" spc="-204">
                <a:latin typeface="Calibri"/>
                <a:cs typeface="Calibri"/>
              </a:rPr>
              <a:t> </a:t>
            </a:r>
            <a:r>
              <a:rPr dirty="0" sz="1550" spc="110">
                <a:latin typeface="Calibri"/>
                <a:cs typeface="Calibri"/>
              </a:rPr>
              <a:t>s.</a:t>
            </a:r>
            <a:endParaRPr sz="1550">
              <a:latin typeface="Calibri"/>
              <a:cs typeface="Calibri"/>
            </a:endParaRPr>
          </a:p>
          <a:p>
            <a:pPr marL="256540" indent="-198755">
              <a:lnSpc>
                <a:spcPct val="100000"/>
              </a:lnSpc>
              <a:spcBef>
                <a:spcPts val="280"/>
              </a:spcBef>
              <a:buChar char="•"/>
              <a:tabLst>
                <a:tab pos="256540" algn="l"/>
              </a:tabLst>
            </a:pPr>
            <a:r>
              <a:rPr dirty="0" sz="1500">
                <a:latin typeface="Calibri"/>
                <a:cs typeface="Calibri"/>
              </a:rPr>
              <a:t>CO</a:t>
            </a:r>
            <a:r>
              <a:rPr dirty="0" sz="1500" spc="375">
                <a:latin typeface="Calibri"/>
                <a:cs typeface="Calibri"/>
              </a:rPr>
              <a:t> </a:t>
            </a:r>
            <a:r>
              <a:rPr dirty="0" sz="1500" spc="50">
                <a:latin typeface="Calibri"/>
                <a:cs typeface="Calibri"/>
              </a:rPr>
              <a:t>M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PON</a:t>
            </a:r>
            <a:r>
              <a:rPr dirty="0" sz="1500" spc="180">
                <a:latin typeface="Calibri"/>
                <a:cs typeface="Calibri"/>
              </a:rPr>
              <a:t>  </a:t>
            </a:r>
            <a:r>
              <a:rPr dirty="0" sz="1500">
                <a:latin typeface="Calibri"/>
                <a:cs typeface="Calibri"/>
              </a:rPr>
              <a:t>E</a:t>
            </a:r>
            <a:r>
              <a:rPr dirty="0" sz="1500" spc="140">
                <a:latin typeface="Calibri"/>
                <a:cs typeface="Calibri"/>
              </a:rPr>
              <a:t> </a:t>
            </a:r>
            <a:r>
              <a:rPr dirty="0" sz="1500" spc="325">
                <a:latin typeface="Calibri"/>
                <a:cs typeface="Calibri"/>
              </a:rPr>
              <a:t>NTS:</a:t>
            </a:r>
            <a:endParaRPr sz="1500">
              <a:latin typeface="Calibri"/>
              <a:cs typeface="Calibri"/>
            </a:endParaRPr>
          </a:p>
          <a:p>
            <a:pPr marL="576580">
              <a:lnSpc>
                <a:spcPct val="100000"/>
              </a:lnSpc>
              <a:spcBef>
                <a:spcPts val="235"/>
              </a:spcBef>
            </a:pPr>
            <a:r>
              <a:rPr dirty="0" u="sng" sz="1550" spc="310"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s</a:t>
            </a:r>
            <a:r>
              <a:rPr dirty="0" u="sng" sz="1550" spc="-170"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195"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cri</a:t>
            </a:r>
            <a:r>
              <a:rPr dirty="0" u="sng" sz="1550" spc="195">
                <a:solidFill>
                  <a:srgbClr val="1C1C1C"/>
                </a:solidFill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p</a:t>
            </a:r>
            <a:r>
              <a:rPr dirty="0" u="sng" sz="1550" spc="-145">
                <a:solidFill>
                  <a:srgbClr val="1C1C1C"/>
                </a:solidFill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t</a:t>
            </a:r>
            <a:r>
              <a:rPr dirty="0" u="sng" sz="1550" spc="180"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75"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Eng</a:t>
            </a:r>
            <a:r>
              <a:rPr dirty="0" u="sng" sz="1550" spc="254"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55"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in</a:t>
            </a:r>
            <a:r>
              <a:rPr dirty="0" u="sng" sz="1550" spc="-10"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55">
                <a:uFill>
                  <a:solidFill>
                    <a:srgbClr val="6B3FAF"/>
                  </a:solidFill>
                </a:uFill>
                <a:latin typeface="Calibri"/>
                <a:cs typeface="Calibri"/>
              </a:rPr>
              <a:t>e</a:t>
            </a:r>
            <a:r>
              <a:rPr dirty="0" sz="1550" spc="55">
                <a:latin typeface="Calibri"/>
                <a:cs typeface="Calibri"/>
              </a:rPr>
              <a:t>:</a:t>
            </a:r>
            <a:r>
              <a:rPr dirty="0" sz="1550" spc="300">
                <a:latin typeface="Calibri"/>
                <a:cs typeface="Calibri"/>
              </a:rPr>
              <a:t> </a:t>
            </a:r>
            <a:r>
              <a:rPr dirty="0" sz="1550" spc="80">
                <a:latin typeface="Calibri"/>
                <a:cs typeface="Calibri"/>
              </a:rPr>
              <a:t>Au</a:t>
            </a:r>
            <a:r>
              <a:rPr dirty="0" sz="1550" spc="-35">
                <a:latin typeface="Calibri"/>
                <a:cs typeface="Calibri"/>
              </a:rPr>
              <a:t> </a:t>
            </a:r>
            <a:r>
              <a:rPr dirty="0" sz="1550" spc="90">
                <a:latin typeface="Calibri"/>
                <a:cs typeface="Calibri"/>
              </a:rPr>
              <a:t>toma</a:t>
            </a:r>
            <a:r>
              <a:rPr dirty="0" sz="1550" spc="1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te</a:t>
            </a:r>
            <a:r>
              <a:rPr dirty="0" sz="1550" spc="1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</a:t>
            </a:r>
            <a:r>
              <a:rPr dirty="0" sz="1550" spc="3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G</a:t>
            </a:r>
            <a:r>
              <a:rPr dirty="0" sz="1550" spc="-9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PO</a:t>
            </a:r>
            <a:r>
              <a:rPr dirty="0" sz="1550" spc="135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g</a:t>
            </a:r>
            <a:r>
              <a:rPr dirty="0" sz="1550" spc="-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en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 spc="100">
                <a:latin typeface="Calibri"/>
                <a:cs typeface="Calibri"/>
              </a:rPr>
              <a:t>era</a:t>
            </a:r>
            <a:r>
              <a:rPr dirty="0" sz="1550" spc="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</a:t>
            </a:r>
            <a:r>
              <a:rPr dirty="0" sz="1550" spc="-195">
                <a:latin typeface="Calibri"/>
                <a:cs typeface="Calibri"/>
              </a:rPr>
              <a:t> </a:t>
            </a:r>
            <a:r>
              <a:rPr dirty="0" sz="1550" spc="110">
                <a:latin typeface="Calibri"/>
                <a:cs typeface="Calibri"/>
              </a:rPr>
              <a:t>ian</a:t>
            </a:r>
            <a:r>
              <a:rPr dirty="0" sz="1550" spc="345">
                <a:latin typeface="Calibri"/>
                <a:cs typeface="Calibri"/>
              </a:rPr>
              <a:t> </a:t>
            </a:r>
            <a:r>
              <a:rPr dirty="0" sz="1550" spc="80">
                <a:latin typeface="Calibri"/>
                <a:cs typeface="Calibri"/>
              </a:rPr>
              <a:t>an</a:t>
            </a:r>
            <a:r>
              <a:rPr dirty="0" sz="1550" spc="-70">
                <a:latin typeface="Calibri"/>
                <a:cs typeface="Calibri"/>
              </a:rPr>
              <a:t> </a:t>
            </a:r>
            <a:r>
              <a:rPr dirty="0" sz="1550" spc="80">
                <a:latin typeface="Calibri"/>
                <a:cs typeface="Calibri"/>
              </a:rPr>
              <a:t>d</a:t>
            </a:r>
            <a:r>
              <a:rPr dirty="0" sz="1550" spc="370">
                <a:latin typeface="Calibri"/>
                <a:cs typeface="Calibri"/>
              </a:rPr>
              <a:t> </a:t>
            </a:r>
            <a:r>
              <a:rPr dirty="0" sz="1550" spc="75">
                <a:latin typeface="Calibri"/>
                <a:cs typeface="Calibri"/>
              </a:rPr>
              <a:t>cu</a:t>
            </a:r>
            <a:r>
              <a:rPr dirty="0" sz="1550" spc="40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s</a:t>
            </a:r>
            <a:r>
              <a:rPr dirty="0" sz="1550" spc="-80">
                <a:latin typeface="Calibri"/>
                <a:cs typeface="Calibri"/>
              </a:rPr>
              <a:t> </a:t>
            </a:r>
            <a:r>
              <a:rPr dirty="0" sz="1550" spc="80">
                <a:latin typeface="Calibri"/>
                <a:cs typeface="Calibri"/>
              </a:rPr>
              <a:t>tom</a:t>
            </a:r>
            <a:r>
              <a:rPr dirty="0" sz="1550" spc="-65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iza</a:t>
            </a:r>
            <a:r>
              <a:rPr dirty="0" sz="1550" spc="2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</a:t>
            </a:r>
            <a:r>
              <a:rPr dirty="0" sz="1550" spc="-200">
                <a:latin typeface="Calibri"/>
                <a:cs typeface="Calibri"/>
              </a:rPr>
              <a:t> </a:t>
            </a:r>
            <a:r>
              <a:rPr dirty="0" sz="1550" spc="75">
                <a:latin typeface="Calibri"/>
                <a:cs typeface="Calibri"/>
              </a:rPr>
              <a:t>ion.</a:t>
            </a:r>
            <a:endParaRPr sz="1550">
              <a:latin typeface="Calibri"/>
              <a:cs typeface="Calibri"/>
            </a:endParaRPr>
          </a:p>
          <a:p>
            <a:pPr lvl="1" marL="562610" marR="657860" indent="-137795">
              <a:lnSpc>
                <a:spcPct val="112300"/>
              </a:lnSpc>
              <a:buChar char="-"/>
              <a:tabLst>
                <a:tab pos="562610" algn="l"/>
                <a:tab pos="566420" algn="l"/>
                <a:tab pos="848360" algn="l"/>
                <a:tab pos="1065530" algn="l"/>
                <a:tab pos="1339850" algn="l"/>
                <a:tab pos="1696720" algn="l"/>
                <a:tab pos="2058035" algn="l"/>
                <a:tab pos="2293620" algn="l"/>
                <a:tab pos="2884805" algn="l"/>
                <a:tab pos="3335654" algn="l"/>
                <a:tab pos="3730625" algn="l"/>
                <a:tab pos="4126229" algn="l"/>
                <a:tab pos="4318635" algn="l"/>
              </a:tabLst>
            </a:pPr>
            <a:r>
              <a:rPr dirty="0" sz="1550">
                <a:solidFill>
                  <a:srgbClr val="727C89"/>
                </a:solidFill>
                <a:latin typeface="Calibri"/>
                <a:cs typeface="Calibri"/>
              </a:rPr>
              <a:t>	</a:t>
            </a:r>
            <a:r>
              <a:rPr dirty="0" sz="1550" spc="-430">
                <a:latin typeface="Calibri"/>
                <a:cs typeface="Calibri"/>
              </a:rPr>
              <a:t>Da</a:t>
            </a:r>
            <a:r>
              <a:rPr dirty="0" sz="1550">
                <a:latin typeface="Calibri"/>
                <a:cs typeface="Calibri"/>
              </a:rPr>
              <a:t>	</a:t>
            </a:r>
            <a:r>
              <a:rPr dirty="0" sz="1550" spc="-330">
                <a:latin typeface="Calibri"/>
                <a:cs typeface="Calibri"/>
              </a:rPr>
              <a:t>ta</a:t>
            </a:r>
            <a:r>
              <a:rPr dirty="0" sz="1550">
                <a:latin typeface="Calibri"/>
                <a:cs typeface="Calibri"/>
              </a:rPr>
              <a:t>	</a:t>
            </a:r>
            <a:r>
              <a:rPr dirty="0" sz="1550" spc="-400">
                <a:latin typeface="Calibri"/>
                <a:cs typeface="Calibri"/>
              </a:rPr>
              <a:t>ba</a:t>
            </a:r>
            <a:r>
              <a:rPr dirty="0" sz="1550">
                <a:latin typeface="Calibri"/>
                <a:cs typeface="Calibri"/>
              </a:rPr>
              <a:t>	</a:t>
            </a:r>
            <a:r>
              <a:rPr dirty="0" sz="1550" spc="-290">
                <a:latin typeface="Calibri"/>
                <a:cs typeface="Calibri"/>
              </a:rPr>
              <a:t>s</a:t>
            </a:r>
            <a:r>
              <a:rPr dirty="0" sz="1550" spc="220">
                <a:latin typeface="Calibri"/>
                <a:cs typeface="Calibri"/>
              </a:rPr>
              <a:t> </a:t>
            </a:r>
            <a:r>
              <a:rPr dirty="0" sz="1550" spc="-315">
                <a:latin typeface="Calibri"/>
                <a:cs typeface="Calibri"/>
              </a:rPr>
              <a:t>e:</a:t>
            </a:r>
            <a:r>
              <a:rPr dirty="0" sz="1550">
                <a:latin typeface="Calibri"/>
                <a:cs typeface="Calibri"/>
              </a:rPr>
              <a:t>	</a:t>
            </a:r>
            <a:r>
              <a:rPr dirty="0" sz="1550" spc="-345">
                <a:latin typeface="Calibri"/>
                <a:cs typeface="Calibri"/>
              </a:rPr>
              <a:t>Sta</a:t>
            </a:r>
            <a:r>
              <a:rPr dirty="0" sz="1550">
                <a:latin typeface="Calibri"/>
                <a:cs typeface="Calibri"/>
              </a:rPr>
              <a:t>	</a:t>
            </a:r>
            <a:r>
              <a:rPr dirty="0" sz="1550" spc="-345">
                <a:latin typeface="Calibri"/>
                <a:cs typeface="Calibri"/>
              </a:rPr>
              <a:t>re</a:t>
            </a:r>
            <a:r>
              <a:rPr dirty="0" sz="1550">
                <a:latin typeface="Calibri"/>
                <a:cs typeface="Calibri"/>
              </a:rPr>
              <a:t>	</a:t>
            </a:r>
            <a:r>
              <a:rPr dirty="0" sz="1550" spc="-290">
                <a:latin typeface="Calibri"/>
                <a:cs typeface="Calibri"/>
              </a:rPr>
              <a:t>s</a:t>
            </a:r>
            <a:r>
              <a:rPr dirty="0" sz="1550" spc="85">
                <a:latin typeface="Calibri"/>
                <a:cs typeface="Calibri"/>
              </a:rPr>
              <a:t>  </a:t>
            </a:r>
            <a:r>
              <a:rPr dirty="0" sz="1550" spc="-355">
                <a:latin typeface="Calibri"/>
                <a:cs typeface="Calibri"/>
              </a:rPr>
              <a:t>a</a:t>
            </a:r>
            <a:r>
              <a:rPr dirty="0" sz="1550" spc="320">
                <a:latin typeface="Calibri"/>
                <a:cs typeface="Calibri"/>
              </a:rPr>
              <a:t> </a:t>
            </a:r>
            <a:r>
              <a:rPr dirty="0" sz="1550" spc="-420">
                <a:latin typeface="Calibri"/>
                <a:cs typeface="Calibri"/>
              </a:rPr>
              <a:t>nd</a:t>
            </a:r>
            <a:r>
              <a:rPr dirty="0" sz="1550">
                <a:latin typeface="Calibri"/>
                <a:cs typeface="Calibri"/>
              </a:rPr>
              <a:t>	</a:t>
            </a:r>
            <a:r>
              <a:rPr dirty="0" sz="1550" spc="-595">
                <a:latin typeface="Calibri"/>
                <a:cs typeface="Calibri"/>
              </a:rPr>
              <a:t>m</a:t>
            </a:r>
            <a:r>
              <a:rPr dirty="0" sz="1550" spc="100">
                <a:latin typeface="Calibri"/>
                <a:cs typeface="Calibri"/>
              </a:rPr>
              <a:t>  </a:t>
            </a:r>
            <a:r>
              <a:rPr dirty="0" sz="1550" spc="-400">
                <a:latin typeface="Calibri"/>
                <a:cs typeface="Calibri"/>
              </a:rPr>
              <a:t>an</a:t>
            </a:r>
            <a:r>
              <a:rPr dirty="0" sz="1550">
                <a:latin typeface="Calibri"/>
                <a:cs typeface="Calibri"/>
              </a:rPr>
              <a:t>	</a:t>
            </a:r>
            <a:r>
              <a:rPr dirty="0" sz="1550" spc="-390">
                <a:latin typeface="Calibri"/>
                <a:cs typeface="Calibri"/>
              </a:rPr>
              <a:t>age</a:t>
            </a:r>
            <a:r>
              <a:rPr dirty="0" sz="1550">
                <a:latin typeface="Calibri"/>
                <a:cs typeface="Calibri"/>
              </a:rPr>
              <a:t>	</a:t>
            </a:r>
            <a:r>
              <a:rPr dirty="0" sz="1550" spc="-290">
                <a:latin typeface="Calibri"/>
                <a:cs typeface="Calibri"/>
              </a:rPr>
              <a:t>s</a:t>
            </a:r>
            <a:r>
              <a:rPr dirty="0" sz="1550" spc="85">
                <a:latin typeface="Calibri"/>
                <a:cs typeface="Calibri"/>
              </a:rPr>
              <a:t>  </a:t>
            </a:r>
            <a:r>
              <a:rPr dirty="0" sz="1550" spc="-320">
                <a:latin typeface="Calibri"/>
                <a:cs typeface="Calibri"/>
              </a:rPr>
              <a:t>CI</a:t>
            </a:r>
            <a:r>
              <a:rPr dirty="0" sz="1550">
                <a:latin typeface="Calibri"/>
                <a:cs typeface="Calibri"/>
              </a:rPr>
              <a:t>	</a:t>
            </a:r>
            <a:r>
              <a:rPr dirty="0" sz="1550" spc="-395">
                <a:latin typeface="Calibri"/>
                <a:cs typeface="Calibri"/>
              </a:rPr>
              <a:t>S</a:t>
            </a:r>
            <a:r>
              <a:rPr dirty="0" sz="1550">
                <a:latin typeface="Calibri"/>
                <a:cs typeface="Calibri"/>
              </a:rPr>
              <a:t>	</a:t>
            </a:r>
            <a:r>
              <a:rPr dirty="0" sz="1550" spc="200">
                <a:latin typeface="Calibri"/>
                <a:cs typeface="Calibri"/>
              </a:rPr>
              <a:t>guide</a:t>
            </a:r>
            <a:r>
              <a:rPr dirty="0" sz="1550" spc="-1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fin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e</a:t>
            </a:r>
            <a:r>
              <a:rPr dirty="0" sz="1550" spc="-1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s,</a:t>
            </a:r>
            <a:r>
              <a:rPr dirty="0" sz="1550" spc="420">
                <a:latin typeface="Calibri"/>
                <a:cs typeface="Calibri"/>
              </a:rPr>
              <a:t> </a:t>
            </a:r>
            <a:r>
              <a:rPr dirty="0" sz="1550" spc="70">
                <a:latin typeface="Calibri"/>
                <a:cs typeface="Calibri"/>
              </a:rPr>
              <a:t>a</a:t>
            </a:r>
            <a:r>
              <a:rPr dirty="0" sz="1550" spc="-85">
                <a:latin typeface="Calibri"/>
                <a:cs typeface="Calibri"/>
              </a:rPr>
              <a:t> </a:t>
            </a:r>
            <a:r>
              <a:rPr dirty="0" sz="1550" spc="70">
                <a:latin typeface="Calibri"/>
                <a:cs typeface="Calibri"/>
              </a:rPr>
              <a:t>nd</a:t>
            </a:r>
            <a:r>
              <a:rPr dirty="0" sz="1550" spc="325">
                <a:latin typeface="Calibri"/>
                <a:cs typeface="Calibri"/>
              </a:rPr>
              <a:t> </a:t>
            </a:r>
            <a:r>
              <a:rPr dirty="0" sz="1550" spc="70">
                <a:latin typeface="Calibri"/>
                <a:cs typeface="Calibri"/>
              </a:rPr>
              <a:t>u</a:t>
            </a:r>
            <a:r>
              <a:rPr dirty="0" sz="1550" spc="-185">
                <a:latin typeface="Calibri"/>
                <a:cs typeface="Calibri"/>
              </a:rPr>
              <a:t> </a:t>
            </a:r>
            <a:r>
              <a:rPr dirty="0" sz="1550" spc="50">
                <a:latin typeface="Calibri"/>
                <a:cs typeface="Calibri"/>
              </a:rPr>
              <a:t>ser</a:t>
            </a:r>
            <a:r>
              <a:rPr dirty="0" sz="1550" spc="315">
                <a:latin typeface="Calibri"/>
                <a:cs typeface="Calibri"/>
              </a:rPr>
              <a:t> </a:t>
            </a:r>
            <a:r>
              <a:rPr dirty="0" sz="1550" spc="-50">
                <a:latin typeface="Calibri"/>
                <a:cs typeface="Calibri"/>
              </a:rPr>
              <a:t>- </a:t>
            </a:r>
            <a:r>
              <a:rPr dirty="0" sz="1550">
                <a:latin typeface="Calibri"/>
                <a:cs typeface="Calibri"/>
              </a:rPr>
              <a:t>d</a:t>
            </a:r>
            <a:r>
              <a:rPr dirty="0" sz="1550" spc="-90">
                <a:latin typeface="Calibri"/>
                <a:cs typeface="Calibri"/>
              </a:rPr>
              <a:t> </a:t>
            </a:r>
            <a:r>
              <a:rPr dirty="0" sz="1550" spc="225">
                <a:latin typeface="Calibri"/>
                <a:cs typeface="Calibri"/>
              </a:rPr>
              <a:t>efined</a:t>
            </a:r>
            <a:r>
              <a:rPr dirty="0" sz="1550" spc="-10">
                <a:latin typeface="Calibri"/>
                <a:cs typeface="Calibri"/>
              </a:rPr>
              <a:t> </a:t>
            </a:r>
            <a:r>
              <a:rPr dirty="0" sz="1550" spc="215">
                <a:latin typeface="Calibri"/>
                <a:cs typeface="Calibri"/>
              </a:rPr>
              <a:t>setting</a:t>
            </a:r>
            <a:r>
              <a:rPr dirty="0" sz="1550" spc="-100">
                <a:latin typeface="Calibri"/>
                <a:cs typeface="Calibri"/>
              </a:rPr>
              <a:t> </a:t>
            </a:r>
            <a:r>
              <a:rPr dirty="0" sz="1550" spc="135">
                <a:latin typeface="Calibri"/>
                <a:cs typeface="Calibri"/>
              </a:rPr>
              <a:t>s.</a:t>
            </a:r>
            <a:endParaRPr sz="1550">
              <a:latin typeface="Calibri"/>
              <a:cs typeface="Calibri"/>
            </a:endParaRPr>
          </a:p>
          <a:p>
            <a:pPr marL="568325">
              <a:lnSpc>
                <a:spcPct val="100000"/>
              </a:lnSpc>
              <a:spcBef>
                <a:spcPts val="180"/>
              </a:spcBef>
              <a:tabLst>
                <a:tab pos="2794000" algn="l"/>
                <a:tab pos="4722495" algn="l"/>
              </a:tabLst>
            </a:pPr>
            <a:r>
              <a:rPr dirty="0" u="sng" sz="1500" spc="204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DepIo</a:t>
            </a:r>
            <a:r>
              <a:rPr dirty="0" u="sng" sz="1500" spc="-114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00" spc="6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y</a:t>
            </a:r>
            <a:r>
              <a:rPr dirty="0" u="sng" sz="1500" spc="-16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00" spc="22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ment</a:t>
            </a:r>
            <a:r>
              <a:rPr dirty="0" u="sng" sz="1500" spc="11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00" spc="7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Mad</a:t>
            </a:r>
            <a:r>
              <a:rPr dirty="0" u="sng" sz="1500" spc="17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0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u</a:t>
            </a:r>
            <a:r>
              <a:rPr dirty="0" u="sng" sz="1500" spc="-14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00" spc="-2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ie:</a:t>
            </a:r>
            <a:r>
              <a:rPr dirty="0" sz="1500">
                <a:latin typeface="Calibri"/>
                <a:cs typeface="Calibri"/>
              </a:rPr>
              <a:t>	Dep</a:t>
            </a:r>
            <a:r>
              <a:rPr dirty="0" sz="1500" spc="3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</a:t>
            </a:r>
            <a:r>
              <a:rPr dirty="0" sz="1500" spc="-6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</a:t>
            </a:r>
            <a:r>
              <a:rPr dirty="0" sz="1500" spc="-114">
                <a:latin typeface="Calibri"/>
                <a:cs typeface="Calibri"/>
              </a:rPr>
              <a:t> </a:t>
            </a:r>
            <a:r>
              <a:rPr dirty="0" sz="1500" spc="65">
                <a:latin typeface="Calibri"/>
                <a:cs typeface="Calibri"/>
              </a:rPr>
              <a:t>y</a:t>
            </a:r>
            <a:r>
              <a:rPr dirty="0" sz="1500" spc="-105">
                <a:latin typeface="Calibri"/>
                <a:cs typeface="Calibri"/>
              </a:rPr>
              <a:t> </a:t>
            </a:r>
            <a:r>
              <a:rPr dirty="0" sz="1500" spc="50">
                <a:latin typeface="Calibri"/>
                <a:cs typeface="Calibri"/>
              </a:rPr>
              <a:t>s</a:t>
            </a:r>
            <a:r>
              <a:rPr dirty="0" sz="1500" spc="275">
                <a:latin typeface="Calibri"/>
                <a:cs typeface="Calibri"/>
              </a:rPr>
              <a:t> </a:t>
            </a:r>
            <a:r>
              <a:rPr dirty="0" sz="1500" spc="55">
                <a:latin typeface="Calibri"/>
                <a:cs typeface="Calibri"/>
              </a:rPr>
              <a:t>the</a:t>
            </a:r>
            <a:r>
              <a:rPr dirty="0" sz="1500" spc="145">
                <a:latin typeface="Calibri"/>
                <a:cs typeface="Calibri"/>
              </a:rPr>
              <a:t>  </a:t>
            </a:r>
            <a:r>
              <a:rPr dirty="0" sz="1500" spc="85">
                <a:latin typeface="Calibri"/>
                <a:cs typeface="Calibri"/>
              </a:rPr>
              <a:t>G</a:t>
            </a:r>
            <a:r>
              <a:rPr dirty="0" sz="1500" spc="-120">
                <a:latin typeface="Calibri"/>
                <a:cs typeface="Calibri"/>
              </a:rPr>
              <a:t> </a:t>
            </a:r>
            <a:r>
              <a:rPr dirty="0" sz="1500" spc="65">
                <a:latin typeface="Calibri"/>
                <a:cs typeface="Calibri"/>
              </a:rPr>
              <a:t>P</a:t>
            </a:r>
            <a:r>
              <a:rPr dirty="0" sz="1500">
                <a:latin typeface="Calibri"/>
                <a:cs typeface="Calibri"/>
              </a:rPr>
              <a:t> </a:t>
            </a:r>
            <a:r>
              <a:rPr dirty="0" sz="1500" spc="30">
                <a:latin typeface="Calibri"/>
                <a:cs typeface="Calibri"/>
              </a:rPr>
              <a:t>0s</a:t>
            </a:r>
            <a:r>
              <a:rPr dirty="0" sz="1500">
                <a:latin typeface="Calibri"/>
                <a:cs typeface="Calibri"/>
              </a:rPr>
              <a:t>	</a:t>
            </a:r>
            <a:r>
              <a:rPr dirty="0" sz="1500" spc="150">
                <a:latin typeface="Calibri"/>
                <a:cs typeface="Calibri"/>
              </a:rPr>
              <a:t>an</a:t>
            </a:r>
            <a:r>
              <a:rPr dirty="0" sz="1500" spc="240">
                <a:latin typeface="Calibri"/>
                <a:cs typeface="Calibri"/>
              </a:rPr>
              <a:t> </a:t>
            </a:r>
            <a:r>
              <a:rPr dirty="0" sz="1500" spc="70">
                <a:latin typeface="Calibri"/>
                <a:cs typeface="Calibri"/>
              </a:rPr>
              <a:t>a</a:t>
            </a:r>
            <a:r>
              <a:rPr dirty="0" sz="1500" spc="-160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ir-</a:t>
            </a:r>
            <a:endParaRPr sz="1500">
              <a:latin typeface="Calibri"/>
              <a:cs typeface="Calibri"/>
            </a:endParaRPr>
          </a:p>
          <a:p>
            <a:pPr marL="566420">
              <a:lnSpc>
                <a:spcPct val="100000"/>
              </a:lnSpc>
              <a:spcBef>
                <a:spcPts val="240"/>
              </a:spcBef>
            </a:pPr>
            <a:r>
              <a:rPr dirty="0" sz="1550" spc="70">
                <a:latin typeface="Calibri"/>
                <a:cs typeface="Calibri"/>
              </a:rPr>
              <a:t>ga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 spc="70">
                <a:latin typeface="Calibri"/>
                <a:cs typeface="Calibri"/>
              </a:rPr>
              <a:t>p</a:t>
            </a:r>
            <a:r>
              <a:rPr dirty="0" sz="1550" spc="-145">
                <a:latin typeface="Calibri"/>
                <a:cs typeface="Calibri"/>
              </a:rPr>
              <a:t> </a:t>
            </a:r>
            <a:r>
              <a:rPr dirty="0" sz="1550" spc="70">
                <a:latin typeface="Calibri"/>
                <a:cs typeface="Calibri"/>
              </a:rPr>
              <a:t>p</a:t>
            </a:r>
            <a:r>
              <a:rPr dirty="0" sz="1550" spc="-200">
                <a:latin typeface="Calibri"/>
                <a:cs typeface="Calibri"/>
              </a:rPr>
              <a:t> </a:t>
            </a:r>
            <a:r>
              <a:rPr dirty="0" sz="1550" spc="190">
                <a:latin typeface="Calibri"/>
                <a:cs typeface="Calibri"/>
              </a:rPr>
              <a:t>ed/stan</a:t>
            </a:r>
            <a:r>
              <a:rPr dirty="0" sz="1550" spc="-200">
                <a:latin typeface="Calibri"/>
                <a:cs typeface="Calibri"/>
              </a:rPr>
              <a:t> </a:t>
            </a:r>
            <a:r>
              <a:rPr dirty="0" sz="1550" spc="195">
                <a:latin typeface="Calibri"/>
                <a:cs typeface="Calibri"/>
              </a:rPr>
              <a:t>dala</a:t>
            </a:r>
            <a:r>
              <a:rPr dirty="0" sz="1550" spc="-160">
                <a:latin typeface="Calibri"/>
                <a:cs typeface="Calibri"/>
              </a:rPr>
              <a:t> </a:t>
            </a:r>
            <a:r>
              <a:rPr dirty="0" sz="1550" spc="145">
                <a:latin typeface="Calibri"/>
                <a:cs typeface="Calibri"/>
              </a:rPr>
              <a:t>ne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sy</a:t>
            </a:r>
            <a:r>
              <a:rPr dirty="0" sz="1550" spc="125">
                <a:latin typeface="Calibri"/>
                <a:cs typeface="Calibri"/>
              </a:rPr>
              <a:t> </a:t>
            </a:r>
            <a:r>
              <a:rPr dirty="0" sz="1550" spc="50">
                <a:latin typeface="Calibri"/>
                <a:cs typeface="Calibri"/>
              </a:rPr>
              <a:t>ste</a:t>
            </a:r>
            <a:r>
              <a:rPr dirty="0" sz="1550" spc="220">
                <a:latin typeface="Calibri"/>
                <a:cs typeface="Calibri"/>
              </a:rPr>
              <a:t> </a:t>
            </a:r>
            <a:r>
              <a:rPr dirty="0" sz="1550" spc="110">
                <a:latin typeface="Calibri"/>
                <a:cs typeface="Calibri"/>
              </a:rPr>
              <a:t>m</a:t>
            </a:r>
            <a:r>
              <a:rPr dirty="0" sz="1550" spc="-150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s</a:t>
            </a:r>
            <a:r>
              <a:rPr dirty="0" sz="1550" spc="325">
                <a:latin typeface="Calibri"/>
                <a:cs typeface="Calibri"/>
              </a:rPr>
              <a:t> </a:t>
            </a:r>
            <a:r>
              <a:rPr dirty="0" sz="1550" spc="-70">
                <a:latin typeface="Calibri"/>
                <a:cs typeface="Calibri"/>
              </a:rPr>
              <a:t>v</a:t>
            </a:r>
            <a:r>
              <a:rPr dirty="0" sz="1550" spc="-160">
                <a:latin typeface="Calibri"/>
                <a:cs typeface="Calibri"/>
              </a:rPr>
              <a:t> </a:t>
            </a:r>
            <a:r>
              <a:rPr dirty="0" sz="1550" spc="-40">
                <a:latin typeface="Calibri"/>
                <a:cs typeface="Calibri"/>
              </a:rPr>
              <a:t>i</a:t>
            </a:r>
            <a:r>
              <a:rPr dirty="0" sz="1550" spc="-1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380">
                <a:latin typeface="Calibri"/>
                <a:cs typeface="Calibri"/>
              </a:rPr>
              <a:t> </a:t>
            </a:r>
            <a:r>
              <a:rPr dirty="0" sz="1550" spc="-70">
                <a:latin typeface="Calibri"/>
                <a:cs typeface="Calibri"/>
              </a:rPr>
              <a:t>a</a:t>
            </a:r>
            <a:r>
              <a:rPr dirty="0" sz="1550" spc="-20">
                <a:latin typeface="Calibri"/>
                <a:cs typeface="Calibri"/>
              </a:rPr>
              <a:t> </a:t>
            </a:r>
            <a:r>
              <a:rPr dirty="0" sz="1550" spc="120">
                <a:latin typeface="Calibri"/>
                <a:cs typeface="Calibri"/>
              </a:rPr>
              <a:t>dm</a:t>
            </a:r>
            <a:r>
              <a:rPr dirty="0" sz="1550" spc="-190">
                <a:latin typeface="Calibri"/>
                <a:cs typeface="Calibri"/>
              </a:rPr>
              <a:t> </a:t>
            </a:r>
            <a:r>
              <a:rPr dirty="0" sz="1550" spc="55">
                <a:latin typeface="Calibri"/>
                <a:cs typeface="Calibri"/>
              </a:rPr>
              <a:t>in</a:t>
            </a:r>
            <a:r>
              <a:rPr dirty="0" sz="1550" spc="415">
                <a:latin typeface="Calibri"/>
                <a:cs typeface="Calibri"/>
              </a:rPr>
              <a:t> </a:t>
            </a:r>
            <a:r>
              <a:rPr dirty="0" sz="1550" spc="110">
                <a:latin typeface="Calibri"/>
                <a:cs typeface="Calibri"/>
              </a:rPr>
              <a:t>s</a:t>
            </a:r>
            <a:r>
              <a:rPr dirty="0" sz="1550" spc="110">
                <a:solidFill>
                  <a:srgbClr val="1A1A1A"/>
                </a:solidFill>
                <a:latin typeface="Calibri"/>
                <a:cs typeface="Calibri"/>
              </a:rPr>
              <a:t>h</a:t>
            </a:r>
            <a:r>
              <a:rPr dirty="0" sz="1550" spc="110">
                <a:latin typeface="Calibri"/>
                <a:cs typeface="Calibri"/>
              </a:rPr>
              <a:t>eIt.</a:t>
            </a:r>
            <a:endParaRPr sz="1550">
              <a:latin typeface="Calibri"/>
              <a:cs typeface="Calibri"/>
            </a:endParaRPr>
          </a:p>
          <a:p>
            <a:pPr marL="568325">
              <a:lnSpc>
                <a:spcPct val="100000"/>
              </a:lnSpc>
              <a:spcBef>
                <a:spcPts val="225"/>
              </a:spcBef>
            </a:pPr>
            <a:r>
              <a:rPr dirty="0" u="sng" sz="1550" spc="-4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A</a:t>
            </a:r>
            <a:r>
              <a:rPr dirty="0" u="sng" sz="1550" spc="16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-7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ud</a:t>
            </a:r>
            <a:r>
              <a:rPr dirty="0" u="sng" sz="1550" spc="43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i</a:t>
            </a:r>
            <a:r>
              <a:rPr dirty="0" u="sng" sz="1550" spc="5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t</a:t>
            </a:r>
            <a:r>
              <a:rPr dirty="0" u="sng" sz="1550" spc="-20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5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in</a:t>
            </a:r>
            <a:r>
              <a:rPr dirty="0" u="sng" sz="1550" spc="-8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65">
                <a:solidFill>
                  <a:srgbClr val="3F3F3F"/>
                </a:solidFill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g/</a:t>
            </a:r>
            <a:r>
              <a:rPr dirty="0" u="sng" sz="1550" spc="5">
                <a:solidFill>
                  <a:srgbClr val="3F3F3F"/>
                </a:solidFill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7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Te</a:t>
            </a:r>
            <a:r>
              <a:rPr dirty="0" u="sng" sz="1550" spc="1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6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s</a:t>
            </a:r>
            <a:r>
              <a:rPr dirty="0" u="sng" sz="1550" spc="-8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5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tin</a:t>
            </a:r>
            <a:r>
              <a:rPr dirty="0" u="sng" sz="1550" spc="6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75">
                <a:solidFill>
                  <a:srgbClr val="3F3F3F"/>
                </a:solidFill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g</a:t>
            </a:r>
            <a:r>
              <a:rPr dirty="0" u="sng" sz="1550" spc="265">
                <a:solidFill>
                  <a:srgbClr val="3F3F3F"/>
                </a:solidFill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8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Too</a:t>
            </a:r>
            <a:r>
              <a:rPr dirty="0" u="sng" sz="1550" spc="-15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>
                <a:uFill>
                  <a:solidFill>
                    <a:srgbClr val="5B2BAC"/>
                  </a:solidFill>
                </a:uFill>
                <a:latin typeface="Calibri"/>
                <a:cs typeface="Calibri"/>
              </a:rPr>
              <a:t>I</a:t>
            </a:r>
            <a:r>
              <a:rPr dirty="0" sz="1550">
                <a:latin typeface="Calibri"/>
                <a:cs typeface="Calibri"/>
              </a:rPr>
              <a:t>:</a:t>
            </a:r>
            <a:r>
              <a:rPr dirty="0" sz="1550" spc="360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Ver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</a:t>
            </a:r>
            <a:r>
              <a:rPr dirty="0" sz="1550" spc="-1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</a:t>
            </a:r>
            <a:r>
              <a:rPr dirty="0" sz="1550" spc="-130">
                <a:latin typeface="Calibri"/>
                <a:cs typeface="Calibri"/>
              </a:rPr>
              <a:t> </a:t>
            </a:r>
            <a:r>
              <a:rPr dirty="0" sz="1550" spc="155">
                <a:latin typeface="Calibri"/>
                <a:cs typeface="Calibri"/>
              </a:rPr>
              <a:t>ies</a:t>
            </a:r>
            <a:r>
              <a:rPr dirty="0" sz="1550" spc="280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s</a:t>
            </a:r>
            <a:r>
              <a:rPr dirty="0" sz="1550" spc="-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y</a:t>
            </a:r>
            <a:r>
              <a:rPr dirty="0" sz="1550" spc="-1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</a:t>
            </a:r>
            <a:r>
              <a:rPr dirty="0" sz="1550" spc="-60">
                <a:latin typeface="Calibri"/>
                <a:cs typeface="Calibri"/>
              </a:rPr>
              <a:t> </a:t>
            </a:r>
            <a:r>
              <a:rPr dirty="0" sz="1550" spc="80">
                <a:latin typeface="Calibri"/>
                <a:cs typeface="Calibri"/>
              </a:rPr>
              <a:t>tern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 spc="95">
                <a:latin typeface="Calibri"/>
                <a:cs typeface="Calibri"/>
              </a:rPr>
              <a:t>co</a:t>
            </a:r>
            <a:r>
              <a:rPr dirty="0" sz="1550" spc="-70">
                <a:latin typeface="Calibri"/>
                <a:cs typeface="Calibri"/>
              </a:rPr>
              <a:t> </a:t>
            </a:r>
            <a:r>
              <a:rPr dirty="0" sz="1550" spc="130">
                <a:latin typeface="Calibri"/>
                <a:cs typeface="Calibri"/>
              </a:rPr>
              <a:t>mp</a:t>
            </a:r>
            <a:r>
              <a:rPr dirty="0" sz="1550" spc="-195">
                <a:latin typeface="Calibri"/>
                <a:cs typeface="Calibri"/>
              </a:rPr>
              <a:t> </a:t>
            </a:r>
            <a:r>
              <a:rPr dirty="0" sz="1550" spc="50">
                <a:latin typeface="Calibri"/>
                <a:cs typeface="Calibri"/>
              </a:rPr>
              <a:t>I</a:t>
            </a:r>
            <a:r>
              <a:rPr dirty="0" sz="1550" spc="-165">
                <a:latin typeface="Calibri"/>
                <a:cs typeface="Calibri"/>
              </a:rPr>
              <a:t> </a:t>
            </a:r>
            <a:r>
              <a:rPr dirty="0" sz="1550" spc="75">
                <a:latin typeface="Calibri"/>
                <a:cs typeface="Calibri"/>
              </a:rPr>
              <a:t>ia</a:t>
            </a:r>
            <a:r>
              <a:rPr dirty="0" sz="1550" spc="-20">
                <a:latin typeface="Calibri"/>
                <a:cs typeface="Calibri"/>
              </a:rPr>
              <a:t> </a:t>
            </a:r>
            <a:r>
              <a:rPr dirty="0" sz="1550" spc="95">
                <a:latin typeface="Calibri"/>
                <a:cs typeface="Calibri"/>
              </a:rPr>
              <a:t>nc</a:t>
            </a:r>
            <a:r>
              <a:rPr dirty="0" sz="1550" spc="-70">
                <a:latin typeface="Calibri"/>
                <a:cs typeface="Calibri"/>
              </a:rPr>
              <a:t> </a:t>
            </a:r>
            <a:r>
              <a:rPr dirty="0" sz="1550" spc="65">
                <a:latin typeface="Calibri"/>
                <a:cs typeface="Calibri"/>
              </a:rPr>
              <a:t>e</a:t>
            </a:r>
            <a:r>
              <a:rPr dirty="0" sz="1550" spc="155">
                <a:latin typeface="Calibri"/>
                <a:cs typeface="Calibri"/>
              </a:rPr>
              <a:t> </a:t>
            </a:r>
            <a:r>
              <a:rPr dirty="0" sz="1550" spc="75">
                <a:latin typeface="Calibri"/>
                <a:cs typeface="Calibri"/>
              </a:rPr>
              <a:t>pa</a:t>
            </a:r>
            <a:r>
              <a:rPr dirty="0" sz="1550" spc="-5">
                <a:latin typeface="Calibri"/>
                <a:cs typeface="Calibri"/>
              </a:rPr>
              <a:t> </a:t>
            </a:r>
            <a:r>
              <a:rPr dirty="0" sz="1550" spc="60">
                <a:latin typeface="Calibri"/>
                <a:cs typeface="Calibri"/>
              </a:rPr>
              <a:t>s</a:t>
            </a:r>
            <a:r>
              <a:rPr dirty="0" sz="1550" spc="-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</a:t>
            </a:r>
            <a:r>
              <a:rPr dirty="0" sz="1550" spc="-155">
                <a:latin typeface="Calibri"/>
                <a:cs typeface="Calibri"/>
              </a:rPr>
              <a:t> </a:t>
            </a:r>
            <a:r>
              <a:rPr dirty="0" sz="1550" spc="-50">
                <a:latin typeface="Calibri"/>
                <a:cs typeface="Calibri"/>
              </a:rPr>
              <a:t>-</a:t>
            </a:r>
            <a:endParaRPr sz="155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380"/>
              </a:spcBef>
            </a:pPr>
            <a:r>
              <a:rPr dirty="0" sz="1500" spc="-254">
                <a:latin typeface="Calibri"/>
                <a:cs typeface="Calibri"/>
              </a:rPr>
              <a:t>d</a:t>
            </a:r>
            <a:r>
              <a:rPr dirty="0" sz="1500" spc="170">
                <a:latin typeface="Calibri"/>
                <a:cs typeface="Calibri"/>
              </a:rPr>
              <a:t> </a:t>
            </a:r>
            <a:r>
              <a:rPr dirty="0" sz="1500" spc="-245">
                <a:latin typeface="Calibri"/>
                <a:cs typeface="Calibri"/>
              </a:rPr>
              <a:t>e</a:t>
            </a:r>
            <a:r>
              <a:rPr dirty="0" sz="1500" spc="105"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A1A1A"/>
                </a:solidFill>
                <a:latin typeface="Calibri"/>
                <a:cs typeface="Calibri"/>
              </a:rPr>
              <a:t>p</a:t>
            </a:r>
            <a:r>
              <a:rPr dirty="0" sz="1500" spc="17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latin typeface="Calibri"/>
                <a:cs typeface="Calibri"/>
              </a:rPr>
              <a:t>fa</a:t>
            </a:r>
            <a:r>
              <a:rPr dirty="0" sz="1500" spc="315">
                <a:latin typeface="Calibri"/>
                <a:cs typeface="Calibri"/>
              </a:rPr>
              <a:t> </a:t>
            </a:r>
            <a:r>
              <a:rPr dirty="0" sz="1500" spc="170">
                <a:latin typeface="Calibri"/>
                <a:cs typeface="Calibri"/>
              </a:rPr>
              <a:t>ym</a:t>
            </a:r>
            <a:r>
              <a:rPr dirty="0" sz="1500" spc="-110">
                <a:latin typeface="Calibri"/>
                <a:cs typeface="Calibri"/>
              </a:rPr>
              <a:t> </a:t>
            </a:r>
            <a:r>
              <a:rPr dirty="0" sz="1500" spc="65">
                <a:latin typeface="Calibri"/>
                <a:cs typeface="Calibri"/>
              </a:rPr>
              <a:t>en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t.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68693" y="2241164"/>
            <a:ext cx="8191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4D4D4D"/>
                </a:solidFill>
                <a:latin typeface="Calibri"/>
                <a:cs typeface="Calibri"/>
              </a:rPr>
              <a:t>,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83745" y="2777749"/>
            <a:ext cx="9715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120">
                <a:solidFill>
                  <a:srgbClr val="414141"/>
                </a:solidFill>
                <a:latin typeface="Calibri"/>
                <a:cs typeface="Calibri"/>
              </a:rPr>
              <a:t>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15202" y="3573415"/>
            <a:ext cx="7493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>
                <a:solidFill>
                  <a:srgbClr val="3A3A3A"/>
                </a:solidFill>
                <a:latin typeface="Calibri"/>
                <a:cs typeface="Calibri"/>
              </a:rPr>
              <a:t>‘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83306" y="3573415"/>
            <a:ext cx="9017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363636"/>
                </a:solidFill>
                <a:latin typeface="Calibri"/>
                <a:cs typeface="Calibri"/>
              </a:rPr>
              <a:t>-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89017" y="3573415"/>
            <a:ext cx="10350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>
                <a:solidFill>
                  <a:srgbClr val="464646"/>
                </a:solidFill>
                <a:latin typeface="Calibri"/>
                <a:cs typeface="Calibri"/>
              </a:rPr>
              <a:t>"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721088" y="3573415"/>
            <a:ext cx="9271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95">
                <a:solidFill>
                  <a:srgbClr val="3A3A3A"/>
                </a:solidFill>
                <a:latin typeface="Calibri"/>
                <a:cs typeface="Calibri"/>
              </a:rPr>
              <a:t>*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1335" y="4369083"/>
            <a:ext cx="8001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>
                <a:solidFill>
                  <a:srgbClr val="494949"/>
                </a:solidFill>
                <a:latin typeface="Calibri"/>
                <a:cs typeface="Calibri"/>
              </a:rPr>
              <a:t>,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36847" y="4369083"/>
            <a:ext cx="8001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>
                <a:solidFill>
                  <a:srgbClr val="3D3D3D"/>
                </a:solidFill>
                <a:latin typeface="Calibri"/>
                <a:cs typeface="Calibri"/>
              </a:rPr>
              <a:t>,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35067" y="4369083"/>
            <a:ext cx="8509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60">
                <a:solidFill>
                  <a:srgbClr val="383838"/>
                </a:solidFill>
                <a:latin typeface="Calibri"/>
                <a:cs typeface="Calibri"/>
              </a:rPr>
              <a:t>•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37621" y="5417343"/>
            <a:ext cx="7493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>
                <a:solidFill>
                  <a:srgbClr val="3D3D3D"/>
                </a:solidFill>
                <a:latin typeface="Calibri"/>
                <a:cs typeface="Calibri"/>
              </a:rPr>
              <a:t>’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61771" y="5417343"/>
            <a:ext cx="8509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60">
                <a:solidFill>
                  <a:srgbClr val="343434"/>
                </a:solidFill>
                <a:latin typeface="Calibri"/>
                <a:cs typeface="Calibri"/>
              </a:rPr>
              <a:t>•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385971" y="5417343"/>
            <a:ext cx="6286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>
                <a:solidFill>
                  <a:srgbClr val="3A3A3A"/>
                </a:solidFill>
                <a:latin typeface="Calibri"/>
                <a:cs typeface="Calibri"/>
              </a:rPr>
              <a:t>’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465505" y="5701335"/>
            <a:ext cx="16129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646777"/>
                </a:solidFill>
                <a:latin typeface="Calibri"/>
                <a:cs typeface="Calibri"/>
              </a:rPr>
              <a:t>’</a:t>
            </a:r>
            <a:r>
              <a:rPr dirty="0" sz="1500" spc="204">
                <a:solidFill>
                  <a:srgbClr val="646777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777989"/>
                </a:solidFill>
                <a:latin typeface="Calibri"/>
                <a:cs typeface="Calibri"/>
              </a:rPr>
              <a:t>'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59976" y="5701335"/>
            <a:ext cx="16383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160">
                <a:solidFill>
                  <a:srgbClr val="6B6B6B"/>
                </a:solidFill>
                <a:latin typeface="Calibri"/>
                <a:cs typeface="Calibri"/>
              </a:rPr>
              <a:t>-</a:t>
            </a:r>
            <a:r>
              <a:rPr dirty="0" sz="1500" spc="-105">
                <a:solidFill>
                  <a:srgbClr val="6B6B6B"/>
                </a:solidFill>
                <a:latin typeface="Calibri"/>
                <a:cs typeface="Calibri"/>
              </a:rPr>
              <a:t>.’.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669" y="3976061"/>
            <a:ext cx="1479057" cy="28472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64156" y="2320414"/>
            <a:ext cx="1491698" cy="28346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660" y="363740"/>
            <a:ext cx="1706605" cy="10912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44341" y="464082"/>
            <a:ext cx="695283" cy="6647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349439" y="213227"/>
            <a:ext cx="1163019" cy="132953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0566" y="8465957"/>
            <a:ext cx="16423640" cy="652780"/>
            <a:chOff x="50566" y="8465957"/>
            <a:chExt cx="16423640" cy="652780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66" y="8465957"/>
              <a:ext cx="16423434" cy="65264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566" y="8491461"/>
              <a:ext cx="16421328" cy="62713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44431" y="491797"/>
            <a:ext cx="981075" cy="766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500" spc="-25">
                <a:latin typeface="Calibri"/>
                <a:cs typeface="Calibri"/>
              </a:rPr>
              <a:t>Cannon</a:t>
            </a:r>
            <a:endParaRPr sz="2500">
              <a:latin typeface="Calibri"/>
              <a:cs typeface="Calibri"/>
            </a:endParaRPr>
          </a:p>
          <a:p>
            <a:pPr algn="ctr" marL="29845">
              <a:lnSpc>
                <a:spcPct val="100000"/>
              </a:lnSpc>
              <a:spcBef>
                <a:spcPts val="15"/>
              </a:spcBef>
            </a:pPr>
            <a:r>
              <a:rPr dirty="0" sz="2350" spc="-20">
                <a:latin typeface="Calibri"/>
                <a:cs typeface="Calibri"/>
              </a:rPr>
              <a:t>Crew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698" rIns="0" bIns="0" rtlCol="0" vert="horz">
            <a:spAutoFit/>
          </a:bodyPr>
          <a:lstStyle/>
          <a:p>
            <a:pPr marL="751205">
              <a:lnSpc>
                <a:spcPct val="100000"/>
              </a:lnSpc>
              <a:spcBef>
                <a:spcPts val="135"/>
              </a:spcBef>
            </a:pPr>
            <a:r>
              <a:rPr dirty="0" sz="5050">
                <a:latin typeface="Times New Roman"/>
                <a:cs typeface="Times New Roman"/>
              </a:rPr>
              <a:t>FEASIBILITY</a:t>
            </a:r>
            <a:r>
              <a:rPr dirty="0" sz="5050" spc="430">
                <a:latin typeface="Times New Roman"/>
                <a:cs typeface="Times New Roman"/>
              </a:rPr>
              <a:t> </a:t>
            </a:r>
            <a:r>
              <a:rPr dirty="0" sz="5050">
                <a:latin typeface="Times New Roman"/>
                <a:cs typeface="Times New Roman"/>
              </a:rPr>
              <a:t>AND</a:t>
            </a:r>
            <a:r>
              <a:rPr dirty="0" sz="5050" spc="-25">
                <a:latin typeface="Times New Roman"/>
                <a:cs typeface="Times New Roman"/>
              </a:rPr>
              <a:t> </a:t>
            </a:r>
            <a:r>
              <a:rPr dirty="0" sz="5050" spc="-20">
                <a:latin typeface="Times New Roman"/>
                <a:cs typeface="Times New Roman"/>
              </a:rPr>
              <a:t>VIABILITY</a:t>
            </a:r>
            <a:endParaRPr sz="5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3195" rIns="0" bIns="0" rtlCol="0" vert="horz">
            <a:spAutoFit/>
          </a:bodyPr>
          <a:lstStyle/>
          <a:p>
            <a:pPr marL="1156970">
              <a:lnSpc>
                <a:spcPct val="100000"/>
              </a:lnSpc>
              <a:spcBef>
                <a:spcPts val="1285"/>
              </a:spcBef>
            </a:pPr>
            <a:r>
              <a:rPr dirty="0" spc="325"/>
              <a:t>ANALYSIS</a:t>
            </a:r>
            <a:r>
              <a:rPr dirty="0" spc="145"/>
              <a:t> </a:t>
            </a:r>
            <a:r>
              <a:rPr dirty="0" spc="370"/>
              <a:t>OF</a:t>
            </a:r>
            <a:r>
              <a:rPr dirty="0" spc="-280"/>
              <a:t> </a:t>
            </a:r>
            <a:r>
              <a:rPr dirty="0" spc="335"/>
              <a:t>THE</a:t>
            </a:r>
            <a:r>
              <a:rPr dirty="0" spc="-60"/>
              <a:t> </a:t>
            </a:r>
            <a:r>
              <a:rPr dirty="0" spc="270"/>
              <a:t>FEASIBILITY</a:t>
            </a:r>
            <a:r>
              <a:rPr dirty="0" spc="85"/>
              <a:t> </a:t>
            </a:r>
            <a:r>
              <a:rPr dirty="0" spc="355"/>
              <a:t>OF</a:t>
            </a:r>
            <a:r>
              <a:rPr dirty="0" spc="-150"/>
              <a:t> </a:t>
            </a:r>
            <a:r>
              <a:rPr dirty="0" spc="325"/>
              <a:t>THE</a:t>
            </a:r>
            <a:r>
              <a:rPr dirty="0" spc="-120"/>
              <a:t> </a:t>
            </a:r>
            <a:r>
              <a:rPr dirty="0" spc="175"/>
              <a:t>IDEA </a:t>
            </a:r>
          </a:p>
          <a:p>
            <a:pPr marL="234315" marR="5080" indent="-209550">
              <a:lnSpc>
                <a:spcPct val="88800"/>
              </a:lnSpc>
              <a:spcBef>
                <a:spcPts val="1245"/>
              </a:spcBef>
              <a:buClr>
                <a:srgbClr val="050505"/>
              </a:buClr>
              <a:buFont typeface="Calibri"/>
              <a:buChar char="•"/>
              <a:tabLst>
                <a:tab pos="239395" algn="l"/>
              </a:tabLst>
            </a:pPr>
            <a:r>
              <a:rPr dirty="0" u="none" sz="1900" spc="60"/>
              <a:t>Technical</a:t>
            </a:r>
            <a:r>
              <a:rPr dirty="0" u="none" sz="1900" spc="15"/>
              <a:t> </a:t>
            </a:r>
            <a:r>
              <a:rPr dirty="0" u="none" sz="1900"/>
              <a:t>and</a:t>
            </a:r>
            <a:r>
              <a:rPr dirty="0" u="none" sz="1900" spc="20"/>
              <a:t> </a:t>
            </a:r>
            <a:r>
              <a:rPr dirty="0" u="none" sz="1900"/>
              <a:t>Operational</a:t>
            </a:r>
            <a:r>
              <a:rPr dirty="0" u="none" sz="1900" spc="75"/>
              <a:t> </a:t>
            </a:r>
            <a:r>
              <a:rPr dirty="0" u="none" sz="1900" spc="50"/>
              <a:t>Feasibility:</a:t>
            </a:r>
            <a:r>
              <a:rPr dirty="0" u="none" sz="1900" spc="320"/>
              <a:t> </a:t>
            </a:r>
            <a:r>
              <a:rPr dirty="0" u="none" sz="1900" b="0">
                <a:latin typeface="Calibri"/>
                <a:cs typeface="Calibri"/>
              </a:rPr>
              <a:t>Proven</a:t>
            </a:r>
            <a:r>
              <a:rPr dirty="0" u="none" sz="1900" spc="155" b="0">
                <a:latin typeface="Calibri"/>
                <a:cs typeface="Calibri"/>
              </a:rPr>
              <a:t> </a:t>
            </a:r>
            <a:r>
              <a:rPr dirty="0" u="none" sz="1900" spc="50" b="0">
                <a:latin typeface="Calibri"/>
                <a:cs typeface="Calibri"/>
              </a:rPr>
              <a:t>scripting</a:t>
            </a:r>
            <a:r>
              <a:rPr dirty="0" u="none" sz="1900" spc="235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techniques</a:t>
            </a:r>
            <a:r>
              <a:rPr dirty="0" u="none" sz="1900" spc="185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and</a:t>
            </a:r>
            <a:r>
              <a:rPr dirty="0" u="none" sz="1900" spc="160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tools</a:t>
            </a:r>
            <a:r>
              <a:rPr dirty="0" u="none" sz="1900" spc="155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like</a:t>
            </a:r>
            <a:r>
              <a:rPr dirty="0" u="none" sz="1900" spc="135" b="0">
                <a:latin typeface="Calibri"/>
                <a:cs typeface="Calibri"/>
              </a:rPr>
              <a:t> </a:t>
            </a:r>
            <a:r>
              <a:rPr dirty="0" u="none" sz="1900" spc="-10" b="0">
                <a:latin typeface="Calibri"/>
                <a:cs typeface="Calibri"/>
              </a:rPr>
              <a:t>Ollama </a:t>
            </a:r>
            <a:r>
              <a:rPr dirty="0" u="none" sz="1900" spc="-10" b="0">
                <a:latin typeface="Calibri"/>
                <a:cs typeface="Calibri"/>
              </a:rPr>
              <a:t>	</a:t>
            </a:r>
            <a:r>
              <a:rPr dirty="0" u="none" sz="1900" spc="20" b="0">
                <a:latin typeface="Calibri"/>
                <a:cs typeface="Calibri"/>
              </a:rPr>
              <a:t>allow</a:t>
            </a:r>
            <a:r>
              <a:rPr dirty="0" u="none" sz="1900" spc="120" b="0">
                <a:latin typeface="Calibri"/>
                <a:cs typeface="Calibri"/>
              </a:rPr>
              <a:t> </a:t>
            </a:r>
            <a:r>
              <a:rPr dirty="0" u="none" sz="1900" spc="20" b="0">
                <a:latin typeface="Calibri"/>
                <a:cs typeface="Calibri"/>
              </a:rPr>
              <a:t>for</a:t>
            </a:r>
            <a:r>
              <a:rPr dirty="0" u="none" sz="1900" spc="65" b="0">
                <a:latin typeface="Calibri"/>
                <a:cs typeface="Calibri"/>
              </a:rPr>
              <a:t> full</a:t>
            </a:r>
            <a:r>
              <a:rPr dirty="0" u="none" sz="1900" spc="-80" b="0">
                <a:latin typeface="Calibri"/>
                <a:cs typeface="Calibri"/>
              </a:rPr>
              <a:t> </a:t>
            </a:r>
            <a:r>
              <a:rPr dirty="0" u="none" sz="1900" spc="20" b="0">
                <a:latin typeface="Calibri"/>
                <a:cs typeface="Calibri"/>
              </a:rPr>
              <a:t>remote</a:t>
            </a:r>
            <a:r>
              <a:rPr dirty="0" u="none" sz="1900" spc="60" b="0">
                <a:latin typeface="Calibri"/>
                <a:cs typeface="Calibri"/>
              </a:rPr>
              <a:t> </a:t>
            </a:r>
            <a:r>
              <a:rPr dirty="0" u="none" sz="1900" spc="20" b="0">
                <a:latin typeface="Calibri"/>
                <a:cs typeface="Calibri"/>
              </a:rPr>
              <a:t>management</a:t>
            </a:r>
            <a:r>
              <a:rPr dirty="0" u="none" sz="1900" spc="254" b="0">
                <a:latin typeface="Calibri"/>
                <a:cs typeface="Calibri"/>
              </a:rPr>
              <a:t> </a:t>
            </a:r>
            <a:r>
              <a:rPr dirty="0" u="none" sz="1900" spc="10" b="0">
                <a:latin typeface="Calibri"/>
                <a:cs typeface="Calibri"/>
              </a:rPr>
              <a:t>and</a:t>
            </a:r>
            <a:r>
              <a:rPr dirty="0" u="none" sz="1900" spc="-65" b="0">
                <a:latin typeface="Calibri"/>
                <a:cs typeface="Calibri"/>
              </a:rPr>
              <a:t> </a:t>
            </a:r>
            <a:r>
              <a:rPr dirty="0" u="none" sz="1900" spc="190" b="0">
                <a:latin typeface="Calibri"/>
                <a:cs typeface="Calibri"/>
              </a:rPr>
              <a:t>100a</a:t>
            </a:r>
            <a:r>
              <a:rPr dirty="0" u="none" sz="1900" spc="-15" b="0">
                <a:latin typeface="Calibri"/>
                <a:cs typeface="Calibri"/>
              </a:rPr>
              <a:t> </a:t>
            </a:r>
            <a:r>
              <a:rPr dirty="0" u="none" sz="1900" spc="20" b="0">
                <a:latin typeface="Calibri"/>
                <a:cs typeface="Calibri"/>
              </a:rPr>
              <a:t>offline</a:t>
            </a:r>
            <a:r>
              <a:rPr dirty="0" u="none" sz="1900" spc="55" b="0">
                <a:latin typeface="Calibri"/>
                <a:cs typeface="Calibri"/>
              </a:rPr>
              <a:t> </a:t>
            </a:r>
            <a:r>
              <a:rPr dirty="0" u="none" sz="1900" spc="20" b="0">
                <a:latin typeface="Calibri"/>
                <a:cs typeface="Calibri"/>
              </a:rPr>
              <a:t>functionality,</a:t>
            </a:r>
            <a:r>
              <a:rPr dirty="0" u="none" sz="1900" spc="-55" b="0">
                <a:latin typeface="Calibri"/>
                <a:cs typeface="Calibri"/>
              </a:rPr>
              <a:t> </a:t>
            </a:r>
            <a:r>
              <a:rPr dirty="0" u="none" sz="1900" spc="20" b="0">
                <a:latin typeface="Calibri"/>
                <a:cs typeface="Calibri"/>
              </a:rPr>
              <a:t>ideal</a:t>
            </a:r>
            <a:r>
              <a:rPr dirty="0" u="none" sz="1900" spc="-15" b="0">
                <a:latin typeface="Calibri"/>
                <a:cs typeface="Calibri"/>
              </a:rPr>
              <a:t> </a:t>
            </a:r>
            <a:r>
              <a:rPr dirty="0" u="none" sz="1900" spc="20" b="0">
                <a:latin typeface="Calibri"/>
                <a:cs typeface="Calibri"/>
              </a:rPr>
              <a:t>for secure,</a:t>
            </a:r>
            <a:r>
              <a:rPr dirty="0" u="none" sz="1900" b="0">
                <a:latin typeface="Calibri"/>
                <a:cs typeface="Calibri"/>
              </a:rPr>
              <a:t> </a:t>
            </a:r>
            <a:r>
              <a:rPr dirty="0" u="none" sz="1900" spc="-10" b="0">
                <a:latin typeface="Calibri"/>
                <a:cs typeface="Calibri"/>
              </a:rPr>
              <a:t>high-</a:t>
            </a:r>
            <a:r>
              <a:rPr dirty="0" u="none" sz="1900" spc="-10" b="0">
                <a:latin typeface="Calibri"/>
                <a:cs typeface="Calibri"/>
              </a:rPr>
              <a:t>	</a:t>
            </a:r>
            <a:r>
              <a:rPr dirty="0" u="none" sz="1900" b="0">
                <a:latin typeface="Calibri"/>
                <a:cs typeface="Calibri"/>
              </a:rPr>
              <a:t>security</a:t>
            </a:r>
            <a:r>
              <a:rPr dirty="0" u="none" sz="1900" spc="350" b="0">
                <a:latin typeface="Calibri"/>
                <a:cs typeface="Calibri"/>
              </a:rPr>
              <a:t> </a:t>
            </a:r>
            <a:r>
              <a:rPr dirty="0" u="none" sz="1900" spc="-10" b="0">
                <a:latin typeface="Calibri"/>
                <a:cs typeface="Calibri"/>
              </a:rPr>
              <a:t>environments.</a:t>
            </a:r>
            <a:endParaRPr sz="1900">
              <a:latin typeface="Calibri"/>
              <a:cs typeface="Calibri"/>
            </a:endParaRPr>
          </a:p>
          <a:p>
            <a:pPr marL="231140" marR="384175" indent="-219075">
              <a:lnSpc>
                <a:spcPts val="1980"/>
              </a:lnSpc>
              <a:spcBef>
                <a:spcPts val="10"/>
              </a:spcBef>
              <a:buFont typeface="Calibri"/>
              <a:buChar char="•"/>
              <a:tabLst>
                <a:tab pos="239395" algn="l"/>
              </a:tabLst>
            </a:pPr>
            <a:r>
              <a:rPr dirty="0" u="none" sz="1900"/>
              <a:t>Effioienoy</a:t>
            </a:r>
            <a:r>
              <a:rPr dirty="0" u="none" sz="1900" spc="120"/>
              <a:t> </a:t>
            </a:r>
            <a:r>
              <a:rPr dirty="0" u="none" sz="1900"/>
              <a:t>and</a:t>
            </a:r>
            <a:r>
              <a:rPr dirty="0" u="none" sz="1900" spc="15"/>
              <a:t> </a:t>
            </a:r>
            <a:r>
              <a:rPr dirty="0" u="none" sz="1900"/>
              <a:t>Compliance:</a:t>
            </a:r>
            <a:r>
              <a:rPr dirty="0" u="none" sz="1900" spc="300"/>
              <a:t> </a:t>
            </a:r>
            <a:r>
              <a:rPr dirty="0" u="none" sz="1900" b="0">
                <a:latin typeface="Calibri"/>
                <a:cs typeface="Calibri"/>
              </a:rPr>
              <a:t>The</a:t>
            </a:r>
            <a:r>
              <a:rPr dirty="0" u="none" sz="1900" spc="45" b="0">
                <a:latin typeface="Calibri"/>
                <a:cs typeface="Calibri"/>
              </a:rPr>
              <a:t> </a:t>
            </a:r>
            <a:r>
              <a:rPr dirty="0" u="none" sz="1900" spc="65" b="0">
                <a:latin typeface="Calibri"/>
                <a:cs typeface="Calibri"/>
              </a:rPr>
              <a:t>system</a:t>
            </a:r>
            <a:r>
              <a:rPr dirty="0" u="none" sz="1900" spc="235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requires</a:t>
            </a:r>
            <a:r>
              <a:rPr dirty="0" u="none" sz="1900" spc="185" b="0">
                <a:latin typeface="Calibri"/>
                <a:cs typeface="Calibri"/>
              </a:rPr>
              <a:t> </a:t>
            </a:r>
            <a:r>
              <a:rPr dirty="0" u="none" sz="1900" spc="125" b="0">
                <a:latin typeface="Calibri"/>
                <a:cs typeface="Calibri"/>
              </a:rPr>
              <a:t>less</a:t>
            </a:r>
            <a:r>
              <a:rPr dirty="0" u="none" sz="1900" spc="15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computing</a:t>
            </a:r>
            <a:r>
              <a:rPr dirty="0" u="none" sz="1900" spc="320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power</a:t>
            </a:r>
            <a:r>
              <a:rPr dirty="0" u="none" sz="1900" spc="170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and</a:t>
            </a:r>
            <a:r>
              <a:rPr dirty="0" u="none" sz="1900" spc="80" b="0">
                <a:latin typeface="Calibri"/>
                <a:cs typeface="Calibri"/>
              </a:rPr>
              <a:t> </a:t>
            </a:r>
            <a:r>
              <a:rPr dirty="0" u="none" sz="1900" spc="-10" b="0">
                <a:latin typeface="Calibri"/>
                <a:cs typeface="Calibri"/>
              </a:rPr>
              <a:t>ensures </a:t>
            </a:r>
            <a:r>
              <a:rPr dirty="0" u="none" sz="1900" spc="-10" b="0">
                <a:latin typeface="Calibri"/>
                <a:cs typeface="Calibri"/>
              </a:rPr>
              <a:t>	</a:t>
            </a:r>
            <a:r>
              <a:rPr dirty="0" u="none" sz="1900" b="0">
                <a:latin typeface="Calibri"/>
                <a:cs typeface="Calibri"/>
              </a:rPr>
              <a:t>compliance</a:t>
            </a:r>
            <a:r>
              <a:rPr dirty="0" u="none" sz="1900" spc="315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with</a:t>
            </a:r>
            <a:r>
              <a:rPr dirty="0" u="none" sz="1900" spc="80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CIS</a:t>
            </a:r>
            <a:r>
              <a:rPr dirty="0" u="none" sz="1900" spc="105" b="0">
                <a:latin typeface="Calibri"/>
                <a:cs typeface="Calibri"/>
              </a:rPr>
              <a:t>  </a:t>
            </a:r>
            <a:r>
              <a:rPr dirty="0" u="none" sz="1900" b="0">
                <a:latin typeface="Calibri"/>
                <a:cs typeface="Calibri"/>
              </a:rPr>
              <a:t>standards,</a:t>
            </a:r>
            <a:r>
              <a:rPr dirty="0" u="none" sz="1900" spc="200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even</a:t>
            </a:r>
            <a:r>
              <a:rPr dirty="0" u="none" sz="1900" spc="105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on</a:t>
            </a:r>
            <a:r>
              <a:rPr dirty="0" u="none" sz="1900" spc="90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standalone,</a:t>
            </a:r>
            <a:r>
              <a:rPr dirty="0" u="none" sz="1900" spc="370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air-gapped</a:t>
            </a:r>
            <a:r>
              <a:rPr dirty="0" u="none" sz="1900" spc="240" b="0">
                <a:latin typeface="Calibri"/>
                <a:cs typeface="Calibri"/>
              </a:rPr>
              <a:t> </a:t>
            </a:r>
            <a:r>
              <a:rPr dirty="0" u="none" sz="1900" spc="75" b="0">
                <a:latin typeface="Calibri"/>
                <a:cs typeface="Calibri"/>
              </a:rPr>
              <a:t>systems</a:t>
            </a:r>
            <a:r>
              <a:rPr dirty="0" u="none" sz="1900" spc="135" b="0">
                <a:latin typeface="Calibri"/>
                <a:cs typeface="Calibri"/>
              </a:rPr>
              <a:t> </a:t>
            </a:r>
            <a:r>
              <a:rPr dirty="0" u="none" sz="1900" spc="50" b="0">
                <a:latin typeface="Calibri"/>
                <a:cs typeface="Calibri"/>
              </a:rPr>
              <a:t>using</a:t>
            </a:r>
            <a:r>
              <a:rPr dirty="0" u="none" sz="1900" spc="175" b="0">
                <a:latin typeface="Calibri"/>
                <a:cs typeface="Calibri"/>
              </a:rPr>
              <a:t> </a:t>
            </a:r>
            <a:r>
              <a:rPr dirty="0" u="none" sz="1900" b="0">
                <a:latin typeface="Calibri"/>
                <a:cs typeface="Calibri"/>
              </a:rPr>
              <a:t>up-</a:t>
            </a:r>
            <a:r>
              <a:rPr dirty="0" u="none" sz="1900" spc="-25" b="0">
                <a:latin typeface="Calibri"/>
                <a:cs typeface="Calibri"/>
              </a:rPr>
              <a:t>to-</a:t>
            </a:r>
            <a:endParaRPr sz="1900">
              <a:latin typeface="Calibri"/>
              <a:cs typeface="Calibri"/>
            </a:endParaRPr>
          </a:p>
          <a:p>
            <a:pPr marL="238760">
              <a:lnSpc>
                <a:spcPts val="2055"/>
              </a:lnSpc>
            </a:pPr>
            <a:r>
              <a:rPr dirty="0" u="none" sz="1900" b="0">
                <a:latin typeface="Calibri"/>
                <a:cs typeface="Calibri"/>
              </a:rPr>
              <a:t>date</a:t>
            </a:r>
            <a:r>
              <a:rPr dirty="0" u="none" sz="1900" spc="120" b="0">
                <a:latin typeface="Calibri"/>
                <a:cs typeface="Calibri"/>
              </a:rPr>
              <a:t> </a:t>
            </a:r>
            <a:r>
              <a:rPr dirty="0" u="none" sz="1900" spc="95" b="0">
                <a:latin typeface="Calibri"/>
                <a:cs typeface="Calibri"/>
              </a:rPr>
              <a:t>RAG</a:t>
            </a:r>
            <a:r>
              <a:rPr dirty="0" u="none" sz="1900" b="0">
                <a:latin typeface="Calibri"/>
                <a:cs typeface="Calibri"/>
              </a:rPr>
              <a:t> </a:t>
            </a:r>
            <a:r>
              <a:rPr dirty="0" u="none" sz="1900" spc="70" b="0">
                <a:latin typeface="Calibri"/>
                <a:cs typeface="Calibri"/>
              </a:rPr>
              <a:t>status</a:t>
            </a:r>
            <a:r>
              <a:rPr dirty="0" u="none" sz="1900" spc="-15" b="0">
                <a:latin typeface="Calibri"/>
                <a:cs typeface="Calibri"/>
              </a:rPr>
              <a:t> </a:t>
            </a:r>
            <a:r>
              <a:rPr dirty="0" u="none" sz="1900" spc="-10" b="0">
                <a:latin typeface="Calibri"/>
                <a:cs typeface="Calibri"/>
              </a:rPr>
              <a:t>indicators.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900">
              <a:latin typeface="Calibri"/>
              <a:cs typeface="Calibri"/>
            </a:endParaRPr>
          </a:p>
          <a:p>
            <a:pPr marL="2324735">
              <a:lnSpc>
                <a:spcPts val="3180"/>
              </a:lnSpc>
            </a:pPr>
            <a:r>
              <a:rPr dirty="0" u="heavy" sz="2700" spc="65">
                <a:uFill>
                  <a:solidFill>
                    <a:srgbClr val="181C28"/>
                  </a:solidFill>
                </a:uFill>
              </a:rPr>
              <a:t>POTENTIAL</a:t>
            </a:r>
            <a:r>
              <a:rPr dirty="0" u="heavy" sz="2700" spc="145">
                <a:uFill>
                  <a:solidFill>
                    <a:srgbClr val="181C28"/>
                  </a:solidFill>
                </a:uFill>
              </a:rPr>
              <a:t> </a:t>
            </a:r>
            <a:r>
              <a:rPr dirty="0" u="heavy" sz="2700" spc="140">
                <a:uFill>
                  <a:solidFill>
                    <a:srgbClr val="181C28"/>
                  </a:solidFill>
                </a:uFill>
              </a:rPr>
              <a:t>CHALLENGES</a:t>
            </a:r>
            <a:endParaRPr sz="2700"/>
          </a:p>
          <a:p>
            <a:pPr marL="231775" marR="293370" indent="-219710">
              <a:lnSpc>
                <a:spcPts val="2070"/>
              </a:lnSpc>
              <a:spcBef>
                <a:spcPts val="135"/>
              </a:spcBef>
              <a:buFont typeface="Calibri"/>
              <a:buChar char="•"/>
              <a:tabLst>
                <a:tab pos="239395" algn="l"/>
              </a:tabLst>
            </a:pPr>
            <a:r>
              <a:rPr dirty="0" u="none" sz="1850" spc="65"/>
              <a:t>Administrative</a:t>
            </a:r>
            <a:r>
              <a:rPr dirty="0" u="none" sz="1850" spc="135"/>
              <a:t> </a:t>
            </a:r>
            <a:r>
              <a:rPr dirty="0" u="none" sz="1850" spc="75"/>
              <a:t>Aocess</a:t>
            </a:r>
            <a:r>
              <a:rPr dirty="0" u="none" sz="1850" spc="130"/>
              <a:t> </a:t>
            </a:r>
            <a:r>
              <a:rPr dirty="0" u="none" sz="1850"/>
              <a:t>Required:</a:t>
            </a:r>
            <a:r>
              <a:rPr dirty="0" u="none" sz="1850" spc="195"/>
              <a:t> </a:t>
            </a:r>
            <a:r>
              <a:rPr dirty="0" u="none" sz="1850" b="0">
                <a:latin typeface="Calibri"/>
                <a:cs typeface="Calibri"/>
              </a:rPr>
              <a:t>Dependence</a:t>
            </a:r>
            <a:r>
              <a:rPr dirty="0" u="none" sz="1850" spc="30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on</a:t>
            </a:r>
            <a:r>
              <a:rPr dirty="0" u="none" sz="1850" spc="2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admin</a:t>
            </a:r>
            <a:r>
              <a:rPr dirty="0" u="none" sz="1850" spc="210" b="0">
                <a:latin typeface="Calibri"/>
                <a:cs typeface="Calibri"/>
              </a:rPr>
              <a:t> </a:t>
            </a:r>
            <a:r>
              <a:rPr dirty="0" u="none" sz="1850" spc="85" b="0">
                <a:latin typeface="Calibri"/>
                <a:cs typeface="Calibri"/>
              </a:rPr>
              <a:t>rights</a:t>
            </a:r>
            <a:r>
              <a:rPr dirty="0" u="none" sz="1850" spc="55" b="0">
                <a:latin typeface="Calibri"/>
                <a:cs typeface="Calibri"/>
              </a:rPr>
              <a:t> </a:t>
            </a:r>
            <a:r>
              <a:rPr dirty="0" u="none" sz="1850" spc="70" b="0">
                <a:latin typeface="Calibri"/>
                <a:cs typeface="Calibri"/>
              </a:rPr>
              <a:t>could</a:t>
            </a:r>
            <a:r>
              <a:rPr dirty="0" u="none" sz="1850" spc="18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limit</a:t>
            </a:r>
            <a:r>
              <a:rPr dirty="0" u="none" sz="1850" spc="215" b="0">
                <a:latin typeface="Calibri"/>
                <a:cs typeface="Calibri"/>
              </a:rPr>
              <a:t> </a:t>
            </a:r>
            <a:r>
              <a:rPr dirty="0" u="none" sz="1850" spc="-10" b="0">
                <a:latin typeface="Calibri"/>
                <a:cs typeface="Calibri"/>
              </a:rPr>
              <a:t>deployment </a:t>
            </a:r>
            <a:r>
              <a:rPr dirty="0" u="none" sz="1850" spc="-10" b="0">
                <a:latin typeface="Calibri"/>
                <a:cs typeface="Calibri"/>
              </a:rPr>
              <a:t>	</a:t>
            </a:r>
            <a:r>
              <a:rPr dirty="0" u="none" sz="1850" spc="75" b="0">
                <a:latin typeface="Calibri"/>
                <a:cs typeface="Calibri"/>
              </a:rPr>
              <a:t>across</a:t>
            </a:r>
            <a:r>
              <a:rPr dirty="0" u="none" sz="1850" spc="17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environments</a:t>
            </a:r>
            <a:r>
              <a:rPr dirty="0" u="none" sz="1850" spc="40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with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spc="60" b="0">
                <a:latin typeface="Calibri"/>
                <a:cs typeface="Calibri"/>
              </a:rPr>
              <a:t>restricted</a:t>
            </a:r>
            <a:r>
              <a:rPr dirty="0" u="none" sz="1850" spc="185" b="0">
                <a:latin typeface="Calibri"/>
                <a:cs typeface="Calibri"/>
              </a:rPr>
              <a:t> </a:t>
            </a:r>
            <a:r>
              <a:rPr dirty="0" u="none" sz="1850" spc="80" b="0">
                <a:latin typeface="Calibri"/>
                <a:cs typeface="Calibri"/>
              </a:rPr>
              <a:t>access.</a:t>
            </a:r>
            <a:endParaRPr sz="1850">
              <a:latin typeface="Calibri"/>
              <a:cs typeface="Calibri"/>
            </a:endParaRPr>
          </a:p>
          <a:p>
            <a:pPr marL="231140" marR="585470" indent="-218440">
              <a:lnSpc>
                <a:spcPts val="2070"/>
              </a:lnSpc>
              <a:spcBef>
                <a:spcPts val="110"/>
              </a:spcBef>
              <a:buClr>
                <a:srgbClr val="030303"/>
              </a:buClr>
              <a:buFont typeface="Calibri"/>
              <a:buChar char="•"/>
              <a:tabLst>
                <a:tab pos="240029" algn="l"/>
              </a:tabLst>
            </a:pPr>
            <a:r>
              <a:rPr dirty="0" u="none" sz="1850" spc="55"/>
              <a:t>Integration</a:t>
            </a:r>
            <a:r>
              <a:rPr dirty="0" u="none" sz="1850" spc="229"/>
              <a:t> </a:t>
            </a:r>
            <a:r>
              <a:rPr dirty="0" u="none" sz="1850" spc="60"/>
              <a:t>Complexity:</a:t>
            </a:r>
            <a:r>
              <a:rPr dirty="0" u="none" sz="1850" spc="245"/>
              <a:t> </a:t>
            </a:r>
            <a:r>
              <a:rPr dirty="0" u="none" sz="1850" spc="60" b="0">
                <a:latin typeface="Calibri"/>
                <a:cs typeface="Calibri"/>
              </a:rPr>
              <a:t>Integrating</a:t>
            </a:r>
            <a:r>
              <a:rPr dirty="0" u="none" sz="1850" spc="275" b="0">
                <a:latin typeface="Calibri"/>
                <a:cs typeface="Calibri"/>
              </a:rPr>
              <a:t> </a:t>
            </a:r>
            <a:r>
              <a:rPr dirty="0" u="none" sz="1850" spc="10" b="0">
                <a:latin typeface="Calibri"/>
                <a:cs typeface="Calibri"/>
              </a:rPr>
              <a:t>with</a:t>
            </a:r>
            <a:r>
              <a:rPr dirty="0" u="none" sz="1850" spc="110" b="0">
                <a:latin typeface="Calibri"/>
                <a:cs typeface="Calibri"/>
              </a:rPr>
              <a:t> </a:t>
            </a:r>
            <a:r>
              <a:rPr dirty="0" u="none" sz="1850" spc="50" b="0">
                <a:latin typeface="Calibri"/>
                <a:cs typeface="Calibri"/>
              </a:rPr>
              <a:t>diverse</a:t>
            </a:r>
            <a:r>
              <a:rPr dirty="0" u="none" sz="1850" spc="185" b="0">
                <a:latin typeface="Calibri"/>
                <a:cs typeface="Calibri"/>
              </a:rPr>
              <a:t> </a:t>
            </a:r>
            <a:r>
              <a:rPr dirty="0" u="none" sz="1850" spc="10" b="0">
                <a:latin typeface="Calibri"/>
                <a:cs typeface="Calibri"/>
              </a:rPr>
              <a:t>and</a:t>
            </a:r>
            <a:r>
              <a:rPr dirty="0" u="none" sz="1850" spc="135" b="0">
                <a:latin typeface="Calibri"/>
                <a:cs typeface="Calibri"/>
              </a:rPr>
              <a:t> </a:t>
            </a:r>
            <a:r>
              <a:rPr dirty="0" u="none" sz="1850" spc="10" b="0">
                <a:latin typeface="Calibri"/>
                <a:cs typeface="Calibri"/>
              </a:rPr>
              <a:t>potentially</a:t>
            </a:r>
            <a:r>
              <a:rPr dirty="0" u="none" sz="1850" spc="180" b="0">
                <a:latin typeface="Calibri"/>
                <a:cs typeface="Calibri"/>
              </a:rPr>
              <a:t> </a:t>
            </a:r>
            <a:r>
              <a:rPr dirty="0" u="none" sz="1850" spc="10" b="0">
                <a:latin typeface="Calibri"/>
                <a:cs typeface="Calibri"/>
              </a:rPr>
              <a:t>outdated</a:t>
            </a:r>
            <a:r>
              <a:rPr dirty="0" u="none" sz="1850" spc="210" b="0">
                <a:latin typeface="Calibri"/>
                <a:cs typeface="Calibri"/>
              </a:rPr>
              <a:t> </a:t>
            </a:r>
            <a:r>
              <a:rPr dirty="0" u="none" sz="1850" spc="95" b="0">
                <a:latin typeface="Calibri"/>
                <a:cs typeface="Calibri"/>
              </a:rPr>
              <a:t>systems </a:t>
            </a:r>
            <a:r>
              <a:rPr dirty="0" u="none" sz="1850" spc="95" b="0">
                <a:latin typeface="Calibri"/>
                <a:cs typeface="Calibri"/>
              </a:rPr>
              <a:t>	</a:t>
            </a:r>
            <a:r>
              <a:rPr dirty="0" u="none" sz="1850" b="0">
                <a:latin typeface="Calibri"/>
                <a:cs typeface="Calibri"/>
              </a:rPr>
              <a:t>could</a:t>
            </a:r>
            <a:r>
              <a:rPr dirty="0" u="none" sz="1850" spc="160" b="0">
                <a:latin typeface="Calibri"/>
                <a:cs typeface="Calibri"/>
              </a:rPr>
              <a:t> </a:t>
            </a:r>
            <a:r>
              <a:rPr dirty="0" u="none" sz="1850" spc="60" b="0">
                <a:latin typeface="Calibri"/>
                <a:cs typeface="Calibri"/>
              </a:rPr>
              <a:t>complicate</a:t>
            </a:r>
            <a:r>
              <a:rPr dirty="0" u="none" sz="1850" spc="155" b="0">
                <a:latin typeface="Calibri"/>
                <a:cs typeface="Calibri"/>
              </a:rPr>
              <a:t> </a:t>
            </a:r>
            <a:r>
              <a:rPr dirty="0" u="none" sz="1850" spc="95" b="0">
                <a:latin typeface="Calibri"/>
                <a:cs typeface="Calibri"/>
              </a:rPr>
              <a:t>seamless</a:t>
            </a:r>
            <a:r>
              <a:rPr dirty="0" u="none" sz="1850" spc="24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operation</a:t>
            </a:r>
            <a:r>
              <a:rPr dirty="0" u="none" sz="1850" spc="21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and</a:t>
            </a:r>
            <a:r>
              <a:rPr dirty="0" u="none" sz="1850" spc="105" b="0">
                <a:latin typeface="Calibri"/>
                <a:cs typeface="Calibri"/>
              </a:rPr>
              <a:t> </a:t>
            </a:r>
            <a:r>
              <a:rPr dirty="0" u="none" sz="1850" spc="40" b="0">
                <a:latin typeface="Calibri"/>
                <a:cs typeface="Calibri"/>
              </a:rPr>
              <a:t>compatibility.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90"/>
              </a:spcBef>
              <a:buFont typeface="Calibri"/>
              <a:buChar char="•"/>
            </a:pPr>
            <a:endParaRPr sz="1850">
              <a:latin typeface="Calibri"/>
              <a:cs typeface="Calibri"/>
            </a:endParaRPr>
          </a:p>
          <a:p>
            <a:pPr marL="1101090">
              <a:lnSpc>
                <a:spcPct val="100000"/>
              </a:lnSpc>
            </a:pPr>
            <a:r>
              <a:rPr dirty="0" u="heavy" spc="335">
                <a:uFill>
                  <a:solidFill>
                    <a:srgbClr val="0F1823"/>
                  </a:solidFill>
                </a:uFill>
              </a:rPr>
              <a:t>STRATERGIESTO</a:t>
            </a:r>
            <a:r>
              <a:rPr dirty="0" u="heavy" spc="240">
                <a:uFill>
                  <a:solidFill>
                    <a:srgbClr val="0F1823"/>
                  </a:solidFill>
                </a:uFill>
              </a:rPr>
              <a:t> </a:t>
            </a:r>
            <a:r>
              <a:rPr dirty="0" u="heavy" spc="265">
                <a:uFill>
                  <a:solidFill>
                    <a:srgbClr val="0F1823"/>
                  </a:solidFill>
                </a:uFill>
              </a:rPr>
              <a:t>OVERCOME</a:t>
            </a:r>
            <a:r>
              <a:rPr dirty="0" u="heavy" spc="65">
                <a:uFill>
                  <a:solidFill>
                    <a:srgbClr val="0F1823"/>
                  </a:solidFill>
                </a:uFill>
              </a:rPr>
              <a:t> </a:t>
            </a:r>
            <a:r>
              <a:rPr dirty="0" u="heavy" spc="330">
                <a:uFill>
                  <a:solidFill>
                    <a:srgbClr val="0F1823"/>
                  </a:solidFill>
                </a:uFill>
              </a:rPr>
              <a:t>CHALLANGES</a:t>
            </a:r>
          </a:p>
          <a:p>
            <a:pPr marL="235585" indent="-221615">
              <a:lnSpc>
                <a:spcPct val="100000"/>
              </a:lnSpc>
              <a:spcBef>
                <a:spcPts val="1140"/>
              </a:spcBef>
              <a:buClr>
                <a:srgbClr val="010101"/>
              </a:buClr>
              <a:buFont typeface="Calibri"/>
              <a:buChar char="•"/>
              <a:tabLst>
                <a:tab pos="235585" algn="l"/>
              </a:tabLst>
            </a:pPr>
            <a:r>
              <a:rPr dirty="0" u="none" sz="1750" spc="120"/>
              <a:t>Role-</a:t>
            </a:r>
            <a:r>
              <a:rPr dirty="0" u="none" sz="1750" spc="140"/>
              <a:t>Based</a:t>
            </a:r>
            <a:r>
              <a:rPr dirty="0" u="none" sz="1750" spc="114"/>
              <a:t> </a:t>
            </a:r>
            <a:r>
              <a:rPr dirty="0" u="none" sz="1750" spc="170"/>
              <a:t>Access</a:t>
            </a:r>
            <a:r>
              <a:rPr dirty="0" u="none" sz="1750" spc="-45"/>
              <a:t> </a:t>
            </a:r>
            <a:r>
              <a:rPr dirty="0" u="none" sz="1750" spc="125"/>
              <a:t>Control</a:t>
            </a:r>
            <a:r>
              <a:rPr dirty="0" u="none" sz="1750" spc="-125"/>
              <a:t> </a:t>
            </a:r>
            <a:r>
              <a:rPr dirty="0" u="none" sz="1750" spc="100"/>
              <a:t>Implementation:</a:t>
            </a:r>
            <a:r>
              <a:rPr dirty="0" u="none" sz="1750" spc="70"/>
              <a:t> </a:t>
            </a:r>
            <a:r>
              <a:rPr dirty="0" u="none" sz="1750" spc="85">
                <a:solidFill>
                  <a:srgbClr val="0E0E0E"/>
                </a:solidFill>
              </a:rPr>
              <a:t>An </a:t>
            </a:r>
            <a:r>
              <a:rPr dirty="0" u="none" sz="1750" spc="215" b="0">
                <a:latin typeface="Calibri"/>
                <a:cs typeface="Calibri"/>
              </a:rPr>
              <a:t>RBAC</a:t>
            </a:r>
            <a:r>
              <a:rPr dirty="0" u="none" sz="1750" spc="125" b="0">
                <a:latin typeface="Calibri"/>
                <a:cs typeface="Calibri"/>
              </a:rPr>
              <a:t> </a:t>
            </a:r>
            <a:r>
              <a:rPr dirty="0" u="none" sz="1750" spc="95"/>
              <a:t>system</a:t>
            </a:r>
            <a:r>
              <a:rPr dirty="0" u="none" sz="1750" spc="120"/>
              <a:t> </a:t>
            </a:r>
            <a:r>
              <a:rPr dirty="0" u="none" sz="1750" spc="95"/>
              <a:t>can</a:t>
            </a:r>
            <a:r>
              <a:rPr dirty="0" u="none" sz="1750" spc="135"/>
              <a:t> </a:t>
            </a:r>
            <a:r>
              <a:rPr dirty="0" u="none" sz="1750" spc="95" b="0">
                <a:latin typeface="Calibri"/>
                <a:cs typeface="Calibri"/>
              </a:rPr>
              <a:t>efficiently</a:t>
            </a:r>
            <a:r>
              <a:rPr dirty="0" u="none" sz="1750" spc="225" b="0">
                <a:latin typeface="Calibri"/>
                <a:cs typeface="Calibri"/>
              </a:rPr>
              <a:t> </a:t>
            </a:r>
            <a:r>
              <a:rPr dirty="0" u="none" sz="1750" spc="114" b="0">
                <a:latin typeface="Calibri"/>
                <a:cs typeface="Calibri"/>
              </a:rPr>
              <a:t>manage</a:t>
            </a:r>
            <a:endParaRPr sz="175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170"/>
              </a:spcBef>
            </a:pPr>
            <a:r>
              <a:rPr dirty="0" u="none" sz="1650" spc="170" b="0">
                <a:latin typeface="Calibri"/>
                <a:cs typeface="Calibri"/>
              </a:rPr>
              <a:t>a</a:t>
            </a:r>
            <a:r>
              <a:rPr dirty="0" u="none" sz="1650" spc="170"/>
              <a:t>ccess,</a:t>
            </a:r>
            <a:r>
              <a:rPr dirty="0" u="none" sz="1650" spc="114"/>
              <a:t> </a:t>
            </a:r>
            <a:r>
              <a:rPr dirty="0" u="none" sz="1650" spc="145" b="0">
                <a:latin typeface="Calibri"/>
                <a:cs typeface="Calibri"/>
              </a:rPr>
              <a:t>ensuring</a:t>
            </a:r>
            <a:r>
              <a:rPr dirty="0" u="none" sz="1650" spc="120" b="0">
                <a:latin typeface="Calibri"/>
                <a:cs typeface="Calibri"/>
              </a:rPr>
              <a:t> </a:t>
            </a:r>
            <a:r>
              <a:rPr dirty="0" u="none" sz="1650" spc="155"/>
              <a:t>system</a:t>
            </a:r>
            <a:r>
              <a:rPr dirty="0" u="none" sz="1650" spc="110"/>
              <a:t> </a:t>
            </a:r>
            <a:r>
              <a:rPr dirty="0" u="none" sz="1650" spc="135" b="0">
                <a:latin typeface="Calibri"/>
                <a:cs typeface="Calibri"/>
              </a:rPr>
              <a:t>integrity</a:t>
            </a:r>
            <a:r>
              <a:rPr dirty="0" u="none" sz="1650" spc="100" b="0">
                <a:latin typeface="Calibri"/>
                <a:cs typeface="Calibri"/>
              </a:rPr>
              <a:t> </a:t>
            </a:r>
            <a:r>
              <a:rPr dirty="0" u="none" sz="1650" spc="185" b="0">
                <a:latin typeface="Calibri"/>
                <a:cs typeface="Calibri"/>
              </a:rPr>
              <a:t>and</a:t>
            </a:r>
            <a:r>
              <a:rPr dirty="0" u="none" sz="1650" spc="-65" b="0">
                <a:latin typeface="Calibri"/>
                <a:cs typeface="Calibri"/>
              </a:rPr>
              <a:t> </a:t>
            </a:r>
            <a:r>
              <a:rPr dirty="0" u="none" sz="1650" spc="105"/>
              <a:t>security.</a:t>
            </a:r>
            <a:endParaRPr sz="1650">
              <a:latin typeface="Calibri"/>
              <a:cs typeface="Calibri"/>
            </a:endParaRPr>
          </a:p>
          <a:p>
            <a:pPr marL="234950" indent="-208279">
              <a:lnSpc>
                <a:spcPct val="100000"/>
              </a:lnSpc>
              <a:spcBef>
                <a:spcPts val="95"/>
              </a:spcBef>
              <a:buClr>
                <a:srgbClr val="000815"/>
              </a:buClr>
              <a:buFont typeface="Calibri"/>
              <a:buChar char="•"/>
              <a:tabLst>
                <a:tab pos="234950" algn="l"/>
              </a:tabLst>
            </a:pPr>
            <a:r>
              <a:rPr dirty="0" u="none" sz="1750" spc="114"/>
              <a:t>Robust</a:t>
            </a:r>
            <a:r>
              <a:rPr dirty="0" u="none" sz="1750" spc="155"/>
              <a:t> </a:t>
            </a:r>
            <a:r>
              <a:rPr dirty="0" u="none" sz="1750" spc="130"/>
              <a:t>Testing</a:t>
            </a:r>
            <a:r>
              <a:rPr dirty="0" u="none" sz="1750"/>
              <a:t> </a:t>
            </a:r>
            <a:r>
              <a:rPr dirty="0" u="none" sz="1750" spc="160"/>
              <a:t>and</a:t>
            </a:r>
            <a:r>
              <a:rPr dirty="0" u="none" sz="1750" spc="-170"/>
              <a:t> </a:t>
            </a:r>
            <a:r>
              <a:rPr dirty="0" u="none" sz="1750" spc="100"/>
              <a:t>Configuration</a:t>
            </a:r>
            <a:r>
              <a:rPr dirty="0" u="none" sz="1750" spc="215"/>
              <a:t> </a:t>
            </a:r>
            <a:r>
              <a:rPr dirty="0" u="none" sz="1750" spc="95"/>
              <a:t>Management:</a:t>
            </a:r>
            <a:r>
              <a:rPr dirty="0" u="none" sz="1750" spc="160"/>
              <a:t> </a:t>
            </a:r>
            <a:r>
              <a:rPr dirty="0" u="none" sz="1750" spc="50">
                <a:solidFill>
                  <a:srgbClr val="0E0E0E"/>
                </a:solidFill>
              </a:rPr>
              <a:t>A</a:t>
            </a:r>
            <a:r>
              <a:rPr dirty="0" u="none" sz="1750" spc="190">
                <a:solidFill>
                  <a:srgbClr val="0E0E0E"/>
                </a:solidFill>
              </a:rPr>
              <a:t> </a:t>
            </a:r>
            <a:r>
              <a:rPr dirty="0" u="none" sz="1750" spc="75" b="0">
                <a:latin typeface="Calibri"/>
                <a:cs typeface="Calibri"/>
              </a:rPr>
              <a:t>thorough</a:t>
            </a:r>
            <a:r>
              <a:rPr dirty="0" u="none" sz="1750" spc="165" b="0">
                <a:latin typeface="Calibri"/>
                <a:cs typeface="Calibri"/>
              </a:rPr>
              <a:t> </a:t>
            </a:r>
            <a:r>
              <a:rPr dirty="0" u="none" sz="1750" spc="120" b="0">
                <a:latin typeface="Calibri"/>
                <a:cs typeface="Calibri"/>
              </a:rPr>
              <a:t>testing</a:t>
            </a:r>
            <a:r>
              <a:rPr dirty="0" u="none" sz="1750" spc="80" b="0">
                <a:latin typeface="Calibri"/>
                <a:cs typeface="Calibri"/>
              </a:rPr>
              <a:t> </a:t>
            </a:r>
            <a:r>
              <a:rPr dirty="0" u="none" sz="1750" spc="70"/>
              <a:t>suite</a:t>
            </a:r>
            <a:r>
              <a:rPr dirty="0" u="none" sz="1750" spc="120"/>
              <a:t> </a:t>
            </a:r>
            <a:r>
              <a:rPr dirty="0" u="none" sz="1750" spc="55" b="0"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25"/>
              </a:spcBef>
            </a:pPr>
            <a:r>
              <a:rPr dirty="0" u="none" sz="1700" spc="114" b="0">
                <a:latin typeface="Calibri"/>
                <a:cs typeface="Calibri"/>
              </a:rPr>
              <a:t>configuration</a:t>
            </a:r>
            <a:r>
              <a:rPr dirty="0" u="none" sz="1700" spc="160" b="0">
                <a:latin typeface="Calibri"/>
                <a:cs typeface="Calibri"/>
              </a:rPr>
              <a:t> </a:t>
            </a:r>
            <a:r>
              <a:rPr dirty="0" u="none" sz="1700" spc="150" b="0">
                <a:latin typeface="Calibri"/>
                <a:cs typeface="Calibri"/>
              </a:rPr>
              <a:t>database</a:t>
            </a:r>
            <a:r>
              <a:rPr dirty="0" u="none" sz="1700" spc="85" b="0">
                <a:latin typeface="Calibri"/>
                <a:cs typeface="Calibri"/>
              </a:rPr>
              <a:t> </a:t>
            </a:r>
            <a:r>
              <a:rPr dirty="0" u="none" sz="1700" spc="130" b="0">
                <a:latin typeface="Calibri"/>
                <a:cs typeface="Calibri"/>
              </a:rPr>
              <a:t>help</a:t>
            </a:r>
            <a:r>
              <a:rPr dirty="0" u="none" sz="1700" spc="50" b="0">
                <a:latin typeface="Calibri"/>
                <a:cs typeface="Calibri"/>
              </a:rPr>
              <a:t> </a:t>
            </a:r>
            <a:r>
              <a:rPr dirty="0" u="none" sz="1700" spc="150" b="0">
                <a:latin typeface="Calibri"/>
                <a:cs typeface="Calibri"/>
              </a:rPr>
              <a:t>manage</a:t>
            </a:r>
            <a:r>
              <a:rPr dirty="0" u="none" sz="1700" spc="155" b="0">
                <a:latin typeface="Calibri"/>
                <a:cs typeface="Calibri"/>
              </a:rPr>
              <a:t> </a:t>
            </a:r>
            <a:r>
              <a:rPr dirty="0" u="none" sz="1700" spc="140" b="0">
                <a:latin typeface="Calibri"/>
                <a:cs typeface="Calibri"/>
              </a:rPr>
              <a:t>system</a:t>
            </a:r>
            <a:r>
              <a:rPr dirty="0" u="none" sz="1700" spc="165" b="0">
                <a:latin typeface="Calibri"/>
                <a:cs typeface="Calibri"/>
              </a:rPr>
              <a:t> </a:t>
            </a:r>
            <a:r>
              <a:rPr dirty="0" u="none" sz="1700" spc="135" b="0">
                <a:latin typeface="Calibri"/>
                <a:cs typeface="Calibri"/>
              </a:rPr>
              <a:t>updates</a:t>
            </a:r>
            <a:r>
              <a:rPr dirty="0" u="none" sz="1700" spc="75" b="0">
                <a:latin typeface="Calibri"/>
                <a:cs typeface="Calibri"/>
              </a:rPr>
              <a:t> </a:t>
            </a:r>
            <a:r>
              <a:rPr dirty="0" u="none" sz="1700" spc="150" b="0">
                <a:latin typeface="Calibri"/>
                <a:cs typeface="Calibri"/>
              </a:rPr>
              <a:t>and</a:t>
            </a:r>
            <a:r>
              <a:rPr dirty="0" u="none" sz="1700" spc="95" b="0">
                <a:latin typeface="Calibri"/>
                <a:cs typeface="Calibri"/>
              </a:rPr>
              <a:t> </a:t>
            </a:r>
            <a:r>
              <a:rPr dirty="0" u="none" sz="1700" spc="90" b="0">
                <a:latin typeface="Calibri"/>
                <a:cs typeface="Calibri"/>
              </a:rPr>
              <a:t>minimize</a:t>
            </a:r>
            <a:r>
              <a:rPr dirty="0" u="none" sz="1700" spc="125" b="0">
                <a:latin typeface="Calibri"/>
                <a:cs typeface="Calibri"/>
              </a:rPr>
              <a:t> </a:t>
            </a:r>
            <a:r>
              <a:rPr dirty="0" u="none" sz="1700" spc="110" b="0">
                <a:latin typeface="Calibri"/>
                <a:cs typeface="Calibri"/>
              </a:rPr>
              <a:t>integration</a:t>
            </a:r>
            <a:r>
              <a:rPr dirty="0" u="none" sz="1700" spc="170" b="0">
                <a:latin typeface="Calibri"/>
                <a:cs typeface="Calibri"/>
              </a:rPr>
              <a:t> </a:t>
            </a:r>
            <a:r>
              <a:rPr dirty="0" u="none" sz="1700" spc="110" b="0">
                <a:latin typeface="Calibri"/>
                <a:cs typeface="Calibri"/>
              </a:rPr>
              <a:t>issues.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04161" y="402605"/>
            <a:ext cx="1624965" cy="96837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algn="ctr" marL="12700" marR="5080">
              <a:lnSpc>
                <a:spcPct val="86600"/>
              </a:lnSpc>
              <a:spcBef>
                <a:spcPts val="450"/>
              </a:spcBef>
            </a:pPr>
            <a:r>
              <a:rPr dirty="0" sz="2100" spc="90">
                <a:solidFill>
                  <a:srgbClr val="494949"/>
                </a:solidFill>
                <a:latin typeface="Calibri"/>
                <a:cs typeface="Calibri"/>
              </a:rPr>
              <a:t>SMART</a:t>
            </a:r>
            <a:r>
              <a:rPr dirty="0" sz="2100" spc="14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100" spc="60">
                <a:solidFill>
                  <a:srgbClr val="494949"/>
                </a:solidFill>
                <a:latin typeface="Calibri"/>
                <a:cs typeface="Calibri"/>
              </a:rPr>
              <a:t>INDIA </a:t>
            </a:r>
            <a:r>
              <a:rPr dirty="0" sz="2350" spc="-10" b="1">
                <a:solidFill>
                  <a:srgbClr val="4B4B4B"/>
                </a:solidFill>
                <a:latin typeface="Calibri"/>
                <a:cs typeface="Calibri"/>
              </a:rPr>
              <a:t>HASKATHON </a:t>
            </a:r>
            <a:r>
              <a:rPr dirty="0" sz="2350" spc="165">
                <a:solidFill>
                  <a:srgbClr val="4D4D4D"/>
                </a:solidFill>
                <a:latin typeface="Calibri"/>
                <a:cs typeface="Calibri"/>
              </a:rPr>
              <a:t>2024</a:t>
            </a:r>
            <a:endParaRPr sz="235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24" y="8504004"/>
            <a:ext cx="16396055" cy="125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736" y="351198"/>
            <a:ext cx="1706605" cy="10912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9625" y="551882"/>
            <a:ext cx="846981" cy="6898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11517" y="765108"/>
            <a:ext cx="139056" cy="250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41336" y="213227"/>
            <a:ext cx="733208" cy="131699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451246" y="4806182"/>
            <a:ext cx="5817235" cy="0"/>
          </a:xfrm>
          <a:custGeom>
            <a:avLst/>
            <a:gdLst/>
            <a:ahLst/>
            <a:cxnLst/>
            <a:rect l="l" t="t" r="r" b="b"/>
            <a:pathLst>
              <a:path w="5817234" h="0">
                <a:moveTo>
                  <a:pt x="0" y="0"/>
                </a:moveTo>
                <a:lnTo>
                  <a:pt x="5816782" y="0"/>
                </a:lnTo>
              </a:path>
            </a:pathLst>
          </a:custGeom>
          <a:ln w="26339">
            <a:solidFill>
              <a:srgbClr val="2828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41305" y="4302799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5" h="0">
                <a:moveTo>
                  <a:pt x="0" y="0"/>
                </a:moveTo>
                <a:lnTo>
                  <a:pt x="233025" y="0"/>
                </a:lnTo>
              </a:path>
            </a:pathLst>
          </a:custGeom>
          <a:ln w="3175">
            <a:solidFill>
              <a:srgbClr val="383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10650" y="3802343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5" h="0">
                <a:moveTo>
                  <a:pt x="0" y="0"/>
                </a:moveTo>
                <a:lnTo>
                  <a:pt x="233025" y="0"/>
                </a:lnTo>
              </a:path>
            </a:pathLst>
          </a:custGeom>
          <a:ln w="3175">
            <a:solidFill>
              <a:srgbClr val="383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83058" y="2798502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4" h="0">
                <a:moveTo>
                  <a:pt x="0" y="0"/>
                </a:moveTo>
                <a:lnTo>
                  <a:pt x="233025" y="0"/>
                </a:lnTo>
              </a:path>
            </a:pathLst>
          </a:custGeom>
          <a:ln w="3175">
            <a:solidFill>
              <a:srgbClr val="383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40493" y="2172200"/>
            <a:ext cx="1480820" cy="0"/>
          </a:xfrm>
          <a:custGeom>
            <a:avLst/>
            <a:gdLst/>
            <a:ahLst/>
            <a:cxnLst/>
            <a:rect l="l" t="t" r="r" b="b"/>
            <a:pathLst>
              <a:path w="1480820" h="0">
                <a:moveTo>
                  <a:pt x="0" y="0"/>
                </a:moveTo>
                <a:lnTo>
                  <a:pt x="1480742" y="0"/>
                </a:lnTo>
              </a:path>
            </a:pathLst>
          </a:custGeom>
          <a:ln w="26339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216355" y="2161956"/>
            <a:ext cx="0" cy="5780405"/>
          </a:xfrm>
          <a:custGeom>
            <a:avLst/>
            <a:gdLst/>
            <a:ahLst/>
            <a:cxnLst/>
            <a:rect l="l" t="t" r="r" b="b"/>
            <a:pathLst>
              <a:path w="0" h="5780405">
                <a:moveTo>
                  <a:pt x="0" y="5780127"/>
                </a:moveTo>
                <a:lnTo>
                  <a:pt x="0" y="0"/>
                </a:lnTo>
              </a:path>
            </a:pathLst>
          </a:custGeom>
          <a:ln w="50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677758" y="7375780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5" h="0">
                <a:moveTo>
                  <a:pt x="0" y="0"/>
                </a:moveTo>
                <a:lnTo>
                  <a:pt x="634182" y="0"/>
                </a:lnTo>
              </a:path>
            </a:pathLst>
          </a:custGeom>
          <a:ln w="3175">
            <a:solidFill>
              <a:srgbClr val="6B3BB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12641" y="8491460"/>
            <a:ext cx="16459835" cy="627380"/>
            <a:chOff x="12641" y="8491460"/>
            <a:chExt cx="16459835" cy="62738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41" y="8491460"/>
              <a:ext cx="16459258" cy="62713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41" y="8491460"/>
              <a:ext cx="16459258" cy="627138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43022" y="1893959"/>
            <a:ext cx="4386607" cy="27594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75472" y="3035352"/>
            <a:ext cx="1908869" cy="38882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06506" y="479255"/>
            <a:ext cx="981075" cy="767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2980"/>
              </a:lnSpc>
              <a:spcBef>
                <a:spcPts val="95"/>
              </a:spcBef>
            </a:pPr>
            <a:r>
              <a:rPr dirty="0" sz="2500" spc="-25">
                <a:latin typeface="Calibri"/>
                <a:cs typeface="Calibri"/>
              </a:rPr>
              <a:t>Cannon</a:t>
            </a:r>
            <a:endParaRPr sz="2500">
              <a:latin typeface="Calibri"/>
              <a:cs typeface="Calibri"/>
            </a:endParaRPr>
          </a:p>
          <a:p>
            <a:pPr algn="ctr" marL="29845">
              <a:lnSpc>
                <a:spcPts val="2860"/>
              </a:lnSpc>
            </a:pPr>
            <a:r>
              <a:rPr dirty="0" sz="2400" spc="-20">
                <a:latin typeface="Calibri"/>
                <a:cs typeface="Calibri"/>
              </a:rPr>
              <a:t>Crew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156" rIns="0" bIns="0" rtlCol="0" vert="horz">
            <a:spAutoFit/>
          </a:bodyPr>
          <a:lstStyle/>
          <a:p>
            <a:pPr marL="1630045">
              <a:lnSpc>
                <a:spcPct val="100000"/>
              </a:lnSpc>
              <a:spcBef>
                <a:spcPts val="135"/>
              </a:spcBef>
            </a:pPr>
            <a:r>
              <a:rPr dirty="0" sz="5050" spc="90">
                <a:latin typeface="Times New Roman"/>
                <a:cs typeface="Times New Roman"/>
              </a:rPr>
              <a:t>IMPACT</a:t>
            </a:r>
            <a:r>
              <a:rPr dirty="0" sz="5050" spc="254">
                <a:latin typeface="Times New Roman"/>
                <a:cs typeface="Times New Roman"/>
              </a:rPr>
              <a:t> </a:t>
            </a:r>
            <a:r>
              <a:rPr dirty="0" sz="5050">
                <a:latin typeface="Times New Roman"/>
                <a:cs typeface="Times New Roman"/>
              </a:rPr>
              <a:t>AND</a:t>
            </a:r>
            <a:r>
              <a:rPr dirty="0" sz="5050" spc="-45">
                <a:latin typeface="Times New Roman"/>
                <a:cs typeface="Times New Roman"/>
              </a:rPr>
              <a:t> </a:t>
            </a:r>
            <a:r>
              <a:rPr dirty="0" sz="5050" spc="-10">
                <a:latin typeface="Times New Roman"/>
                <a:cs typeface="Times New Roman"/>
              </a:rPr>
              <a:t>BENEFITS</a:t>
            </a:r>
            <a:endParaRPr sz="5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27243" y="2436974"/>
            <a:ext cx="3303904" cy="4502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28930" indent="-316230">
              <a:lnSpc>
                <a:spcPct val="100000"/>
              </a:lnSpc>
              <a:spcBef>
                <a:spcPts val="135"/>
              </a:spcBef>
              <a:buChar char="•"/>
              <a:tabLst>
                <a:tab pos="328930" algn="l"/>
              </a:tabLst>
            </a:pPr>
            <a:r>
              <a:rPr dirty="0" sz="2750">
                <a:latin typeface="Times New Roman"/>
                <a:cs typeface="Times New Roman"/>
              </a:rPr>
              <a:t>F</a:t>
            </a:r>
            <a:r>
              <a:rPr dirty="0" sz="2750" spc="-20">
                <a:latin typeface="Times New Roman"/>
                <a:cs typeface="Times New Roman"/>
              </a:rPr>
              <a:t> </a:t>
            </a:r>
            <a:r>
              <a:rPr dirty="0" sz="2750" spc="80">
                <a:latin typeface="Times New Roman"/>
                <a:cs typeface="Times New Roman"/>
              </a:rPr>
              <a:t>nhancccl</a:t>
            </a:r>
            <a:r>
              <a:rPr dirty="0" sz="2750" spc="625">
                <a:latin typeface="Times New Roman"/>
                <a:cs typeface="Times New Roman"/>
              </a:rPr>
              <a:t> </a:t>
            </a:r>
            <a:r>
              <a:rPr dirty="0" sz="2750" spc="130">
                <a:latin typeface="Times New Roman"/>
                <a:cs typeface="Times New Roman"/>
              </a:rPr>
              <a:t>kccuriv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19912" y="3350711"/>
            <a:ext cx="4211955" cy="104140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740"/>
              </a:spcBef>
              <a:buChar char="•"/>
              <a:tabLst>
                <a:tab pos="342900" algn="l"/>
              </a:tabLst>
            </a:pPr>
            <a:r>
              <a:rPr dirty="0" sz="2850">
                <a:latin typeface="Cambria"/>
                <a:cs typeface="Cambria"/>
              </a:rPr>
              <a:t>kcalabilip</a:t>
            </a:r>
            <a:r>
              <a:rPr dirty="0" sz="2850" spc="690">
                <a:latin typeface="Cambria"/>
                <a:cs typeface="Cambria"/>
              </a:rPr>
              <a:t> </a:t>
            </a:r>
            <a:r>
              <a:rPr dirty="0" sz="2850" spc="-30">
                <a:latin typeface="Cambria"/>
                <a:cs typeface="Cambria"/>
              </a:rPr>
              <a:t>ancl</a:t>
            </a:r>
            <a:r>
              <a:rPr dirty="0" sz="2850" spc="90">
                <a:latin typeface="Cambria"/>
                <a:cs typeface="Cambria"/>
              </a:rPr>
              <a:t> </a:t>
            </a:r>
            <a:r>
              <a:rPr dirty="0" sz="2850">
                <a:latin typeface="Cambria"/>
                <a:cs typeface="Cambria"/>
              </a:rPr>
              <a:t>F</a:t>
            </a:r>
            <a:r>
              <a:rPr dirty="0" sz="2850" spc="170">
                <a:latin typeface="Cambria"/>
                <a:cs typeface="Cambria"/>
              </a:rPr>
              <a:t> </a:t>
            </a:r>
            <a:r>
              <a:rPr dirty="0" sz="2850" spc="-10">
                <a:latin typeface="Cambria"/>
                <a:cs typeface="Cambria"/>
              </a:rPr>
              <a:t>fficicnc</a:t>
            </a:r>
            <a:endParaRPr sz="2850">
              <a:latin typeface="Cambria"/>
              <a:cs typeface="Cambria"/>
            </a:endParaRPr>
          </a:p>
          <a:p>
            <a:pPr marL="319405" indent="-306070">
              <a:lnSpc>
                <a:spcPct val="100000"/>
              </a:lnSpc>
              <a:spcBef>
                <a:spcPts val="630"/>
              </a:spcBef>
              <a:buChar char="•"/>
              <a:tabLst>
                <a:tab pos="319405" algn="l"/>
              </a:tabLst>
            </a:pPr>
            <a:r>
              <a:rPr dirty="0" sz="2750">
                <a:latin typeface="Cambria"/>
                <a:cs typeface="Cambria"/>
              </a:rPr>
              <a:t>Rcclucccl</a:t>
            </a:r>
            <a:r>
              <a:rPr dirty="0" sz="2750" spc="380">
                <a:latin typeface="Cambria"/>
                <a:cs typeface="Cambria"/>
              </a:rPr>
              <a:t> </a:t>
            </a:r>
            <a:r>
              <a:rPr dirty="0" sz="2750" spc="235">
                <a:latin typeface="Cambria"/>
                <a:cs typeface="Cambria"/>
              </a:rPr>
              <a:t>Human</a:t>
            </a:r>
            <a:r>
              <a:rPr dirty="0" sz="2750" spc="165">
                <a:latin typeface="Cambria"/>
                <a:cs typeface="Cambria"/>
              </a:rPr>
              <a:t> </a:t>
            </a:r>
            <a:r>
              <a:rPr dirty="0" sz="2750" spc="204">
                <a:latin typeface="Cambria"/>
                <a:cs typeface="Cambria"/>
              </a:rPr>
              <a:t>F</a:t>
            </a:r>
            <a:r>
              <a:rPr dirty="0" sz="2750" spc="165">
                <a:latin typeface="Cambria"/>
                <a:cs typeface="Cambria"/>
              </a:rPr>
              <a:t> </a:t>
            </a:r>
            <a:r>
              <a:rPr dirty="0" sz="2750" spc="-10">
                <a:latin typeface="Cambria"/>
                <a:cs typeface="Cambria"/>
              </a:rPr>
              <a:t>rriir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68423" y="5134369"/>
            <a:ext cx="5234940" cy="27432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372745">
              <a:lnSpc>
                <a:spcPts val="3500"/>
              </a:lnSpc>
              <a:spcBef>
                <a:spcPts val="125"/>
              </a:spcBef>
            </a:pPr>
            <a:r>
              <a:rPr dirty="0" u="heavy" sz="2950" spc="45">
                <a:uFill>
                  <a:solidFill>
                    <a:srgbClr val="1F1F1F"/>
                  </a:solidFill>
                </a:uFill>
                <a:latin typeface="Cambria"/>
                <a:cs typeface="Cambria"/>
              </a:rPr>
              <a:t>BEA*EFfTS</a:t>
            </a:r>
            <a:endParaRPr sz="2950">
              <a:latin typeface="Cambria"/>
              <a:cs typeface="Cambria"/>
            </a:endParaRPr>
          </a:p>
          <a:p>
            <a:pPr marL="309880" indent="-297180">
              <a:lnSpc>
                <a:spcPts val="3140"/>
              </a:lnSpc>
              <a:buChar char="•"/>
              <a:tabLst>
                <a:tab pos="309880" algn="l"/>
              </a:tabLst>
            </a:pPr>
            <a:r>
              <a:rPr dirty="0" sz="2650">
                <a:latin typeface="Cambria"/>
                <a:cs typeface="Cambria"/>
              </a:rPr>
              <a:t>Streamlined</a:t>
            </a:r>
            <a:r>
              <a:rPr dirty="0" sz="2650" spc="615">
                <a:latin typeface="Cambria"/>
                <a:cs typeface="Cambria"/>
              </a:rPr>
              <a:t> </a:t>
            </a:r>
            <a:r>
              <a:rPr dirty="0" sz="2650" spc="-10">
                <a:latin typeface="Cambria"/>
                <a:cs typeface="Cambria"/>
              </a:rPr>
              <a:t>4Ianagement</a:t>
            </a:r>
            <a:endParaRPr sz="2650">
              <a:latin typeface="Cambria"/>
              <a:cs typeface="Cambria"/>
            </a:endParaRPr>
          </a:p>
          <a:p>
            <a:pPr marL="307975">
              <a:lnSpc>
                <a:spcPct val="100000"/>
              </a:lnSpc>
              <a:spcBef>
                <a:spcPts val="525"/>
              </a:spcBef>
            </a:pPr>
            <a:r>
              <a:rPr dirty="0" sz="2700" spc="60">
                <a:latin typeface="Cambria"/>
                <a:cs typeface="Cambria"/>
              </a:rPr>
              <a:t>Proces</a:t>
            </a:r>
            <a:r>
              <a:rPr dirty="0" sz="2700" spc="-345">
                <a:latin typeface="Cambria"/>
                <a:cs typeface="Cambria"/>
              </a:rPr>
              <a:t> </a:t>
            </a:r>
            <a:r>
              <a:rPr dirty="0" sz="2700" spc="-50">
                <a:solidFill>
                  <a:srgbClr val="2A2A2A"/>
                </a:solidFill>
                <a:latin typeface="Cambria"/>
                <a:cs typeface="Cambria"/>
              </a:rPr>
              <a:t>s</a:t>
            </a:r>
            <a:endParaRPr sz="2700">
              <a:latin typeface="Cambria"/>
              <a:cs typeface="Cambria"/>
            </a:endParaRPr>
          </a:p>
          <a:p>
            <a:pPr marL="307975" indent="-295275">
              <a:lnSpc>
                <a:spcPct val="100000"/>
              </a:lnSpc>
              <a:spcBef>
                <a:spcPts val="459"/>
              </a:spcBef>
              <a:buChar char="•"/>
              <a:tabLst>
                <a:tab pos="307975" algn="l"/>
              </a:tabLst>
            </a:pPr>
            <a:r>
              <a:rPr dirty="0" sz="2650" spc="70">
                <a:latin typeface="Cambria"/>
                <a:cs typeface="Cambria"/>
              </a:rPr>
              <a:t>Enhancecl</a:t>
            </a:r>
            <a:r>
              <a:rPr dirty="0" sz="2650" spc="320">
                <a:latin typeface="Cambria"/>
                <a:cs typeface="Cambria"/>
              </a:rPr>
              <a:t> </a:t>
            </a:r>
            <a:r>
              <a:rPr dirty="0" sz="2650" spc="60">
                <a:latin typeface="Cambria"/>
                <a:cs typeface="Cambria"/>
              </a:rPr>
              <a:t>S›</a:t>
            </a:r>
            <a:r>
              <a:rPr dirty="0" sz="2650" spc="130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stem</a:t>
            </a:r>
            <a:r>
              <a:rPr dirty="0" sz="2650" spc="200">
                <a:latin typeface="Cambria"/>
                <a:cs typeface="Cambria"/>
              </a:rPr>
              <a:t> </a:t>
            </a:r>
            <a:r>
              <a:rPr dirty="0" sz="2650" spc="-10">
                <a:latin typeface="Cambria"/>
                <a:cs typeface="Cambria"/>
              </a:rPr>
              <a:t>Security</a:t>
            </a:r>
            <a:endParaRPr sz="2650">
              <a:latin typeface="Cambria"/>
              <a:cs typeface="Cambria"/>
            </a:endParaRPr>
          </a:p>
          <a:p>
            <a:pPr marL="335915" indent="-323215">
              <a:lnSpc>
                <a:spcPct val="100000"/>
              </a:lnSpc>
              <a:spcBef>
                <a:spcPts val="425"/>
              </a:spcBef>
              <a:buChar char="•"/>
              <a:tabLst>
                <a:tab pos="335915" algn="l"/>
              </a:tabLst>
            </a:pPr>
            <a:r>
              <a:rPr dirty="0" sz="2700" spc="-65">
                <a:latin typeface="Cambria"/>
                <a:cs typeface="Cambria"/>
              </a:rPr>
              <a:t>tir›rop1iance</a:t>
            </a:r>
            <a:r>
              <a:rPr dirty="0" sz="2700" spc="125">
                <a:latin typeface="Cambria"/>
                <a:cs typeface="Cambria"/>
              </a:rPr>
              <a:t> </a:t>
            </a:r>
            <a:r>
              <a:rPr dirty="0" sz="2700" spc="-50">
                <a:latin typeface="Cambria"/>
                <a:cs typeface="Cambria"/>
              </a:rPr>
              <a:t>ancl</a:t>
            </a:r>
            <a:r>
              <a:rPr dirty="0" sz="2700" spc="-30">
                <a:latin typeface="Cambria"/>
                <a:cs typeface="Cambria"/>
              </a:rPr>
              <a:t> </a:t>
            </a:r>
            <a:r>
              <a:rPr dirty="0" sz="2700" spc="-200">
                <a:latin typeface="Cambria"/>
                <a:cs typeface="Cambria"/>
              </a:rPr>
              <a:t>Ghost</a:t>
            </a:r>
            <a:r>
              <a:rPr dirty="0" sz="2700" spc="50">
                <a:latin typeface="Cambria"/>
                <a:cs typeface="Cambria"/>
              </a:rPr>
              <a:t> </a:t>
            </a:r>
            <a:r>
              <a:rPr dirty="0" sz="2700" spc="40">
                <a:latin typeface="Cambria"/>
                <a:cs typeface="Cambria"/>
              </a:rPr>
              <a:t>Efficiency</a:t>
            </a:r>
            <a:endParaRPr sz="2700">
              <a:latin typeface="Cambria"/>
              <a:cs typeface="Cambria"/>
            </a:endParaRPr>
          </a:p>
          <a:p>
            <a:pPr marL="308610" indent="-295910">
              <a:lnSpc>
                <a:spcPct val="100000"/>
              </a:lnSpc>
              <a:spcBef>
                <a:spcPts val="415"/>
              </a:spcBef>
              <a:buChar char="•"/>
              <a:tabLst>
                <a:tab pos="308610" algn="l"/>
              </a:tabLst>
            </a:pPr>
            <a:r>
              <a:rPr dirty="0" sz="2700" spc="55">
                <a:latin typeface="Cambria"/>
                <a:cs typeface="Cambria"/>
              </a:rPr>
              <a:t>Power</a:t>
            </a:r>
            <a:r>
              <a:rPr dirty="0" sz="2700" spc="20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r›f</a:t>
            </a:r>
            <a:r>
              <a:rPr dirty="0" sz="2700" spc="114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AI</a:t>
            </a:r>
            <a:r>
              <a:rPr dirty="0" sz="2700" spc="135">
                <a:latin typeface="Cambria"/>
                <a:cs typeface="Cambria"/>
              </a:rPr>
              <a:t>  </a:t>
            </a:r>
            <a:r>
              <a:rPr dirty="0" sz="2700">
                <a:latin typeface="Cambria"/>
                <a:cs typeface="Cambria"/>
              </a:rPr>
              <a:t>v</a:t>
            </a:r>
            <a:r>
              <a:rPr dirty="0" sz="2700" spc="175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ithout</a:t>
            </a:r>
            <a:r>
              <a:rPr dirty="0" sz="2700" spc="195">
                <a:latin typeface="Cambria"/>
                <a:cs typeface="Cambria"/>
              </a:rPr>
              <a:t> </a:t>
            </a:r>
            <a:r>
              <a:rPr dirty="0" sz="2700" spc="-10">
                <a:latin typeface="Cambria"/>
                <a:cs typeface="Cambria"/>
              </a:rPr>
              <a:t>Internet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60391" y="1769769"/>
            <a:ext cx="404812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57225" algn="l"/>
                <a:tab pos="2304415" algn="l"/>
              </a:tabLst>
            </a:pPr>
            <a:r>
              <a:rPr dirty="0" sz="2100" spc="-25">
                <a:latin typeface="Cambria"/>
                <a:cs typeface="Cambria"/>
              </a:rPr>
              <a:t>FOR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130">
                <a:latin typeface="Cambria"/>
                <a:cs typeface="Cambria"/>
              </a:rPr>
              <a:t>INSTANCE: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180">
                <a:latin typeface="Cambria"/>
                <a:cs typeface="Cambria"/>
              </a:rPr>
              <a:t>USER</a:t>
            </a:r>
            <a:r>
              <a:rPr dirty="0" sz="2100" spc="300">
                <a:latin typeface="Cambria"/>
                <a:cs typeface="Cambria"/>
              </a:rPr>
              <a:t> </a:t>
            </a:r>
            <a:r>
              <a:rPr dirty="0" sz="2100" spc="170">
                <a:latin typeface="Cambria"/>
                <a:cs typeface="Cambria"/>
              </a:rPr>
              <a:t>STORY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560829" y="390062"/>
            <a:ext cx="1624330" cy="95313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ctr" marL="12700" marR="5080">
              <a:lnSpc>
                <a:spcPct val="87300"/>
              </a:lnSpc>
              <a:spcBef>
                <a:spcPts val="430"/>
              </a:spcBef>
            </a:pPr>
            <a:r>
              <a:rPr dirty="0" sz="2100">
                <a:solidFill>
                  <a:srgbClr val="4F4F4F"/>
                </a:solidFill>
                <a:latin typeface="Cambria"/>
                <a:cs typeface="Cambria"/>
              </a:rPr>
              <a:t>SMART</a:t>
            </a:r>
            <a:r>
              <a:rPr dirty="0" sz="2100" spc="240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dirty="0" sz="2100" spc="-55">
                <a:solidFill>
                  <a:srgbClr val="4B4B4B"/>
                </a:solidFill>
                <a:latin typeface="Cambria"/>
                <a:cs typeface="Cambria"/>
              </a:rPr>
              <a:t>INDIA </a:t>
            </a:r>
            <a:r>
              <a:rPr dirty="0" sz="2300" spc="-60">
                <a:solidFill>
                  <a:srgbClr val="494949"/>
                </a:solidFill>
                <a:latin typeface="Cambria"/>
                <a:cs typeface="Cambria"/>
              </a:rPr>
              <a:t>HASKATHON </a:t>
            </a:r>
            <a:r>
              <a:rPr dirty="0" sz="2250" spc="100">
                <a:solidFill>
                  <a:srgbClr val="4B4B4B"/>
                </a:solidFill>
                <a:latin typeface="Cambria"/>
                <a:cs typeface="Cambria"/>
              </a:rPr>
              <a:t>2024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452157" y="973825"/>
            <a:ext cx="146685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50" spc="-50">
                <a:solidFill>
                  <a:srgbClr val="565656"/>
                </a:solidFill>
                <a:latin typeface="Cambria"/>
                <a:cs typeface="Cambria"/>
              </a:rPr>
              <a:t>*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20691" y="2390461"/>
            <a:ext cx="7070090" cy="172910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048000">
              <a:lnSpc>
                <a:spcPts val="2415"/>
              </a:lnSpc>
              <a:spcBef>
                <a:spcPts val="115"/>
              </a:spcBef>
            </a:pPr>
            <a:r>
              <a:rPr dirty="0" u="heavy" sz="2050" spc="-10">
                <a:uFill>
                  <a:solidFill>
                    <a:srgbClr val="575757"/>
                  </a:solidFill>
                </a:uFill>
                <a:latin typeface="Arial MT"/>
                <a:cs typeface="Arial MT"/>
              </a:rPr>
              <a:t>Scenario</a:t>
            </a:r>
            <a:endParaRPr sz="2050">
              <a:latin typeface="Arial MT"/>
              <a:cs typeface="Arial MT"/>
            </a:endParaRPr>
          </a:p>
          <a:p>
            <a:pPr marL="218440" marR="5080" indent="-206375">
              <a:lnSpc>
                <a:spcPct val="95900"/>
              </a:lnSpc>
              <a:spcBef>
                <a:spcPts val="50"/>
              </a:spcBef>
              <a:buChar char="•"/>
              <a:tabLst>
                <a:tab pos="218440" algn="l"/>
                <a:tab pos="278765" algn="l"/>
              </a:tabLst>
            </a:pPr>
            <a:r>
              <a:rPr dirty="0" sz="1950"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dirty="0" sz="1950" spc="-1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950" spc="-35">
                <a:latin typeface="Arial MT"/>
                <a:cs typeface="Arial MT"/>
              </a:rPr>
              <a:t>government</a:t>
            </a:r>
            <a:r>
              <a:rPr dirty="0" sz="1950" spc="-100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agency,</a:t>
            </a:r>
            <a:r>
              <a:rPr dirty="0" sz="1950" spc="-110">
                <a:latin typeface="Arial MT"/>
                <a:cs typeface="Arial MT"/>
              </a:rPr>
              <a:t> </a:t>
            </a:r>
            <a:r>
              <a:rPr dirty="0" sz="1950" spc="-40">
                <a:latin typeface="Arial MT"/>
                <a:cs typeface="Arial MT"/>
              </a:rPr>
              <a:t>operating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-145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highly</a:t>
            </a:r>
            <a:r>
              <a:rPr dirty="0" sz="1950" spc="-35">
                <a:latin typeface="Arial MT"/>
                <a:cs typeface="Arial MT"/>
              </a:rPr>
              <a:t> </a:t>
            </a:r>
            <a:r>
              <a:rPr dirty="0" sz="1950" spc="-40">
                <a:latin typeface="Arial MT"/>
                <a:cs typeface="Arial MT"/>
              </a:rPr>
              <a:t>secure</a:t>
            </a:r>
            <a:r>
              <a:rPr dirty="0" sz="1950" spc="15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environment </a:t>
            </a:r>
            <a:r>
              <a:rPr dirty="0" sz="1900">
                <a:latin typeface="Arial MT"/>
                <a:cs typeface="Arial MT"/>
              </a:rPr>
              <a:t>with</a:t>
            </a:r>
            <a:r>
              <a:rPr dirty="0" sz="1900" spc="-12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no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internet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access,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adopts</a:t>
            </a:r>
            <a:r>
              <a:rPr dirty="0" sz="1900" spc="1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our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system</a:t>
            </a:r>
            <a:r>
              <a:rPr dirty="0" sz="1900" spc="20">
                <a:latin typeface="Arial MT"/>
                <a:cs typeface="Arial MT"/>
              </a:rPr>
              <a:t> </a:t>
            </a:r>
            <a:r>
              <a:rPr dirty="0" sz="1900" spc="-135">
                <a:latin typeface="Arial MT"/>
                <a:cs typeface="Arial MT"/>
              </a:rPr>
              <a:t>fDr</a:t>
            </a:r>
            <a:r>
              <a:rPr dirty="0" sz="1900" spc="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managing</a:t>
            </a:r>
            <a:r>
              <a:rPr dirty="0" sz="1900" spc="-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and </a:t>
            </a:r>
            <a:r>
              <a:rPr dirty="0" sz="1900" spc="-10">
                <a:latin typeface="Arial MT"/>
                <a:cs typeface="Arial MT"/>
              </a:rPr>
              <a:t>deploying</a:t>
            </a:r>
            <a:r>
              <a:rPr dirty="0" sz="1900" spc="-1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GPOs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across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its</a:t>
            </a:r>
            <a:r>
              <a:rPr dirty="0" sz="1900" spc="-12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network</a:t>
            </a:r>
            <a:r>
              <a:rPr dirty="0" sz="1900">
                <a:latin typeface="Arial MT"/>
                <a:cs typeface="Arial MT"/>
              </a:rPr>
              <a:t> of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 spc="-45">
                <a:latin typeface="Arial MT"/>
                <a:cs typeface="Arial MT"/>
              </a:rPr>
              <a:t>standalDne,</a:t>
            </a:r>
            <a:r>
              <a:rPr dirty="0" sz="1900" spc="50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air-</a:t>
            </a:r>
            <a:r>
              <a:rPr dirty="0" sz="1900" spc="-10">
                <a:latin typeface="Arial MT"/>
                <a:cs typeface="Arial MT"/>
              </a:rPr>
              <a:t>gapped </a:t>
            </a:r>
            <a:r>
              <a:rPr dirty="0" sz="1950" spc="-10">
                <a:latin typeface="Arial MT"/>
                <a:cs typeface="Arial MT"/>
              </a:rPr>
              <a:t>computers.</a:t>
            </a:r>
            <a:endParaRPr sz="1950">
              <a:latin typeface="Arial MT"/>
              <a:cs typeface="Arial MT"/>
            </a:endParaRPr>
          </a:p>
          <a:p>
            <a:pPr marL="3201035">
              <a:lnSpc>
                <a:spcPts val="2065"/>
              </a:lnSpc>
            </a:pPr>
            <a:r>
              <a:rPr dirty="0" u="heavy" sz="1900" spc="-10">
                <a:uFill>
                  <a:solidFill>
                    <a:srgbClr val="575757"/>
                  </a:solidFill>
                </a:uFill>
                <a:latin typeface="Arial MT"/>
                <a:cs typeface="Arial MT"/>
              </a:rPr>
              <a:t>Impact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08376" y="4076942"/>
            <a:ext cx="6666230" cy="85788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03200" marR="5080" indent="-191135">
              <a:lnSpc>
                <a:spcPct val="93100"/>
              </a:lnSpc>
              <a:spcBef>
                <a:spcPts val="275"/>
              </a:spcBef>
              <a:buChar char="•"/>
              <a:tabLst>
                <a:tab pos="211454" algn="l"/>
              </a:tabLst>
            </a:pPr>
            <a:r>
              <a:rPr dirty="0" sz="1900">
                <a:latin typeface="Arial MT"/>
                <a:cs typeface="Arial MT"/>
              </a:rPr>
              <a:t>Increased</a:t>
            </a:r>
            <a:r>
              <a:rPr dirty="0" sz="1900" spc="24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security</a:t>
            </a:r>
            <a:r>
              <a:rPr dirty="0" sz="1900" spc="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Compliance:</a:t>
            </a:r>
            <a:r>
              <a:rPr dirty="0" sz="1900" spc="-160">
                <a:latin typeface="Arial MT"/>
                <a:cs typeface="Arial MT"/>
              </a:rPr>
              <a:t> </a:t>
            </a:r>
            <a:r>
              <a:rPr dirty="0" sz="1900" spc="-80">
                <a:latin typeface="Arial MT"/>
                <a:cs typeface="Arial MT"/>
              </a:rPr>
              <a:t>The</a:t>
            </a:r>
            <a:r>
              <a:rPr dirty="0" sz="1900" spc="10">
                <a:latin typeface="Arial MT"/>
                <a:cs typeface="Arial MT"/>
              </a:rPr>
              <a:t> </a:t>
            </a:r>
            <a:r>
              <a:rPr dirty="0" sz="1900" spc="-75">
                <a:latin typeface="Arial MT"/>
                <a:cs typeface="Arial MT"/>
              </a:rPr>
              <a:t>agency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benefits</a:t>
            </a:r>
            <a:r>
              <a:rPr dirty="0" sz="1900" spc="25">
                <a:latin typeface="Arial MT"/>
                <a:cs typeface="Arial MT"/>
              </a:rPr>
              <a:t> </a:t>
            </a:r>
            <a:r>
              <a:rPr dirty="0" sz="1900" spc="-60">
                <a:latin typeface="Arial MT"/>
                <a:cs typeface="Arial MT"/>
              </a:rPr>
              <a:t>from</a:t>
            </a:r>
            <a:r>
              <a:rPr dirty="0" sz="1900" spc="2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the </a:t>
            </a:r>
            <a:r>
              <a:rPr dirty="0" sz="1900" spc="-25">
                <a:latin typeface="Arial MT"/>
                <a:cs typeface="Arial MT"/>
              </a:rPr>
              <a:t>	</a:t>
            </a:r>
            <a:r>
              <a:rPr dirty="0" sz="1900" spc="-65">
                <a:latin typeface="Arial MT"/>
                <a:cs typeface="Arial MT"/>
              </a:rPr>
              <a:t>system's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65">
                <a:latin typeface="Arial MT"/>
                <a:cs typeface="Arial MT"/>
              </a:rPr>
              <a:t>100%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55">
                <a:latin typeface="Arial MT"/>
                <a:cs typeface="Arial MT"/>
              </a:rPr>
              <a:t>offline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55">
                <a:latin typeface="Arial MT"/>
                <a:cs typeface="Arial MT"/>
              </a:rPr>
              <a:t>capability,</a:t>
            </a:r>
            <a:r>
              <a:rPr dirty="0" sz="1900" spc="55">
                <a:latin typeface="Arial MT"/>
                <a:cs typeface="Arial MT"/>
              </a:rPr>
              <a:t> </a:t>
            </a:r>
            <a:r>
              <a:rPr dirty="0" sz="1900" spc="-55">
                <a:latin typeface="Arial MT"/>
                <a:cs typeface="Arial MT"/>
              </a:rPr>
              <a:t>eliminating</a:t>
            </a:r>
            <a:r>
              <a:rPr dirty="0" sz="1900" spc="10">
                <a:latin typeface="Arial MT"/>
                <a:cs typeface="Arial MT"/>
              </a:rPr>
              <a:t> </a:t>
            </a:r>
            <a:r>
              <a:rPr dirty="0" sz="1900" spc="-80">
                <a:latin typeface="Arial MT"/>
                <a:cs typeface="Arial MT"/>
              </a:rPr>
              <a:t>the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risk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14">
                <a:latin typeface="Arial MT"/>
                <a:cs typeface="Arial MT"/>
              </a:rPr>
              <a:t>of</a:t>
            </a:r>
            <a:r>
              <a:rPr dirty="0" sz="1900" spc="-1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external </a:t>
            </a:r>
            <a:r>
              <a:rPr dirty="0" sz="1900" spc="-10">
                <a:latin typeface="Arial MT"/>
                <a:cs typeface="Arial MT"/>
              </a:rPr>
              <a:t>	</a:t>
            </a:r>
            <a:r>
              <a:rPr dirty="0" sz="1900" spc="-60">
                <a:latin typeface="Arial MT"/>
                <a:cs typeface="Arial MT"/>
              </a:rPr>
              <a:t>breaches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5">
                <a:latin typeface="Arial MT"/>
                <a:cs typeface="Arial MT"/>
              </a:rPr>
              <a:t>and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65">
                <a:latin typeface="Arial MT"/>
                <a:cs typeface="Arial MT"/>
              </a:rPr>
              <a:t>enhancing</a:t>
            </a:r>
            <a:r>
              <a:rPr dirty="0" sz="1900" spc="25">
                <a:latin typeface="Arial MT"/>
                <a:cs typeface="Arial MT"/>
              </a:rPr>
              <a:t> </a:t>
            </a:r>
            <a:r>
              <a:rPr dirty="0" sz="1900" spc="-65">
                <a:latin typeface="Arial MT"/>
                <a:cs typeface="Arial MT"/>
              </a:rPr>
              <a:t>the </a:t>
            </a:r>
            <a:r>
              <a:rPr dirty="0" sz="1900" spc="-50">
                <a:latin typeface="Arial MT"/>
                <a:cs typeface="Arial MT"/>
              </a:rPr>
              <a:t>security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5">
                <a:latin typeface="Arial MT"/>
                <a:cs typeface="Arial MT"/>
              </a:rPr>
              <a:t>of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 spc="-55">
                <a:latin typeface="Arial MT"/>
                <a:cs typeface="Arial MT"/>
              </a:rPr>
              <a:t>sensitive</a:t>
            </a:r>
            <a:r>
              <a:rPr dirty="0" sz="1900" spc="1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data.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08376" y="4892224"/>
            <a:ext cx="7263130" cy="2764155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marL="214629" marR="146050" indent="-202565">
              <a:lnSpc>
                <a:spcPts val="2170"/>
              </a:lnSpc>
              <a:spcBef>
                <a:spcPts val="284"/>
              </a:spcBef>
              <a:buChar char="•"/>
              <a:tabLst>
                <a:tab pos="219075" algn="l"/>
              </a:tabLst>
            </a:pPr>
            <a:r>
              <a:rPr dirty="0" sz="1900">
                <a:latin typeface="Arial MT"/>
                <a:cs typeface="Arial MT"/>
              </a:rPr>
              <a:t>Operational</a:t>
            </a:r>
            <a:r>
              <a:rPr dirty="0" sz="1900" spc="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Efficiency: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The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75">
                <a:latin typeface="Arial MT"/>
                <a:cs typeface="Arial MT"/>
              </a:rPr>
              <a:t>agency</a:t>
            </a:r>
            <a:r>
              <a:rPr dirty="0" sz="1900" spc="10">
                <a:latin typeface="Arial MT"/>
                <a:cs typeface="Arial MT"/>
              </a:rPr>
              <a:t> </a:t>
            </a:r>
            <a:r>
              <a:rPr dirty="0" sz="1900" spc="-90">
                <a:latin typeface="Arial MT"/>
                <a:cs typeface="Arial MT"/>
              </a:rPr>
              <a:t>uses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less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75">
                <a:latin typeface="Arial MT"/>
                <a:cs typeface="Arial MT"/>
              </a:rPr>
              <a:t>computing</a:t>
            </a:r>
            <a:r>
              <a:rPr dirty="0" sz="1900" spc="80">
                <a:latin typeface="Arial MT"/>
                <a:cs typeface="Arial MT"/>
              </a:rPr>
              <a:t> </a:t>
            </a:r>
            <a:r>
              <a:rPr dirty="0" sz="1900" spc="-30">
                <a:latin typeface="Arial MT"/>
                <a:cs typeface="Arial MT"/>
              </a:rPr>
              <a:t>resources </a:t>
            </a:r>
            <a:r>
              <a:rPr dirty="0" sz="1900" spc="-30">
                <a:latin typeface="Arial MT"/>
                <a:cs typeface="Arial MT"/>
              </a:rPr>
              <a:t>	</a:t>
            </a:r>
            <a:r>
              <a:rPr dirty="0" sz="1900" spc="-95">
                <a:latin typeface="Arial MT"/>
                <a:cs typeface="Arial MT"/>
              </a:rPr>
              <a:t>and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benefits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70">
                <a:latin typeface="Arial MT"/>
                <a:cs typeface="Arial MT"/>
              </a:rPr>
              <a:t>from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5">
                <a:latin typeface="Arial MT"/>
                <a:cs typeface="Arial MT"/>
              </a:rPr>
              <a:t>an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 spc="-85">
                <a:latin typeface="Arial MT"/>
                <a:cs typeface="Arial MT"/>
              </a:rPr>
              <a:t>up-</a:t>
            </a:r>
            <a:r>
              <a:rPr dirty="0" sz="1900" spc="-70">
                <a:latin typeface="Arial MT"/>
                <a:cs typeface="Arial MT"/>
              </a:rPr>
              <a:t>to-</a:t>
            </a:r>
            <a:r>
              <a:rPr dirty="0" sz="1900" spc="-40">
                <a:latin typeface="Arial MT"/>
                <a:cs typeface="Arial MT"/>
              </a:rPr>
              <a:t>date,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65">
                <a:latin typeface="Arial MT"/>
                <a:cs typeface="Arial MT"/>
              </a:rPr>
              <a:t>error-</a:t>
            </a:r>
            <a:r>
              <a:rPr dirty="0" sz="1900" spc="-35">
                <a:latin typeface="Arial MT"/>
                <a:cs typeface="Arial MT"/>
              </a:rPr>
              <a:t>free</a:t>
            </a:r>
            <a:r>
              <a:rPr dirty="0" sz="1900" spc="-55">
                <a:latin typeface="Arial MT"/>
                <a:cs typeface="Arial MT"/>
              </a:rPr>
              <a:t> configuration</a:t>
            </a:r>
            <a:r>
              <a:rPr dirty="0" sz="1900" spc="65">
                <a:latin typeface="Arial MT"/>
                <a:cs typeface="Arial MT"/>
              </a:rPr>
              <a:t> </a:t>
            </a:r>
            <a:r>
              <a:rPr dirty="0" sz="1900" spc="-85">
                <a:latin typeface="Arial MT"/>
                <a:cs typeface="Arial MT"/>
              </a:rPr>
              <a:t>due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3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the </a:t>
            </a:r>
            <a:r>
              <a:rPr dirty="0" sz="1900" spc="-25">
                <a:latin typeface="Arial MT"/>
                <a:cs typeface="Arial MT"/>
              </a:rPr>
              <a:t>	</a:t>
            </a:r>
            <a:r>
              <a:rPr dirty="0" sz="1900" spc="-70">
                <a:latin typeface="Arial MT"/>
                <a:cs typeface="Arial MT"/>
              </a:rPr>
              <a:t>system's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55">
                <a:latin typeface="Arial MT"/>
                <a:cs typeface="Arial MT"/>
              </a:rPr>
              <a:t>efficient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5">
                <a:latin typeface="Arial MT"/>
                <a:cs typeface="Arial MT"/>
              </a:rPr>
              <a:t>RAG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updates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0">
                <a:latin typeface="Arial MT"/>
                <a:cs typeface="Arial MT"/>
              </a:rPr>
              <a:t>and</a:t>
            </a:r>
            <a:r>
              <a:rPr dirty="0" sz="1900" spc="-11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robust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75">
                <a:latin typeface="Arial MT"/>
                <a:cs typeface="Arial MT"/>
              </a:rPr>
              <a:t>in-</a:t>
            </a:r>
            <a:r>
              <a:rPr dirty="0" sz="1900" spc="-60">
                <a:latin typeface="Arial MT"/>
                <a:cs typeface="Arial MT"/>
              </a:rPr>
              <a:t>house</a:t>
            </a:r>
            <a:r>
              <a:rPr dirty="0" sz="1900" spc="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testing.</a:t>
            </a:r>
            <a:endParaRPr sz="1900">
              <a:latin typeface="Arial MT"/>
              <a:cs typeface="Arial MT"/>
            </a:endParaRPr>
          </a:p>
          <a:p>
            <a:pPr marL="3141980">
              <a:lnSpc>
                <a:spcPts val="1950"/>
              </a:lnSpc>
            </a:pPr>
            <a:r>
              <a:rPr dirty="0" u="heavy" sz="1950" spc="-10">
                <a:uFill>
                  <a:solidFill>
                    <a:srgbClr val="5B5B5B"/>
                  </a:solidFill>
                </a:uFill>
                <a:latin typeface="Arial MT"/>
                <a:cs typeface="Arial MT"/>
              </a:rPr>
              <a:t>Benefits</a:t>
            </a:r>
            <a:endParaRPr sz="1950">
              <a:latin typeface="Arial MT"/>
              <a:cs typeface="Arial MT"/>
            </a:endParaRPr>
          </a:p>
          <a:p>
            <a:pPr marL="203835" marR="59690" indent="-191135">
              <a:lnSpc>
                <a:spcPct val="93100"/>
              </a:lnSpc>
              <a:spcBef>
                <a:spcPts val="70"/>
              </a:spcBef>
              <a:buChar char="•"/>
              <a:tabLst>
                <a:tab pos="218440" algn="l"/>
              </a:tabLst>
            </a:pPr>
            <a:r>
              <a:rPr dirty="0" sz="1900">
                <a:latin typeface="Arial MT"/>
                <a:cs typeface="Arial MT"/>
              </a:rPr>
              <a:t>Improved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60">
                <a:latin typeface="Arial MT"/>
                <a:cs typeface="Arial MT"/>
              </a:rPr>
              <a:t>GPO</a:t>
            </a:r>
            <a:r>
              <a:rPr dirty="0" sz="1900" spc="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Management: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60">
                <a:latin typeface="Arial MT"/>
                <a:cs typeface="Arial MT"/>
              </a:rPr>
              <a:t>With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70">
                <a:latin typeface="Arial MT"/>
                <a:cs typeface="Arial MT"/>
              </a:rPr>
              <a:t>the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ability</a:t>
            </a:r>
            <a:r>
              <a:rPr dirty="0" sz="1900" spc="-20">
                <a:latin typeface="Arial MT"/>
                <a:cs typeface="Arial MT"/>
              </a:rPr>
              <a:t> </a:t>
            </a:r>
            <a:r>
              <a:rPr dirty="0" sz="1900" spc="-45">
                <a:latin typeface="Arial MT"/>
                <a:cs typeface="Arial MT"/>
              </a:rPr>
              <a:t>to</a:t>
            </a:r>
            <a:r>
              <a:rPr dirty="0" sz="1900" spc="-65">
                <a:latin typeface="Arial MT"/>
                <a:cs typeface="Arial MT"/>
              </a:rPr>
              <a:t> save</a:t>
            </a:r>
            <a:r>
              <a:rPr dirty="0" sz="1900" spc="-25">
                <a:latin typeface="Arial MT"/>
                <a:cs typeface="Arial MT"/>
              </a:rPr>
              <a:t> </a:t>
            </a:r>
            <a:r>
              <a:rPr dirty="0" sz="1900" spc="-95">
                <a:latin typeface="Arial MT"/>
                <a:cs typeface="Arial MT"/>
              </a:rPr>
              <a:t>and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 spc="-45">
                <a:latin typeface="Arial MT"/>
                <a:cs typeface="Arial MT"/>
              </a:rPr>
              <a:t>recall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past </a:t>
            </a:r>
            <a:r>
              <a:rPr dirty="0" sz="1900" spc="-20">
                <a:latin typeface="Arial MT"/>
                <a:cs typeface="Arial MT"/>
              </a:rPr>
              <a:t>	</a:t>
            </a:r>
            <a:r>
              <a:rPr dirty="0" sz="1900" spc="-55">
                <a:latin typeface="Arial MT"/>
                <a:cs typeface="Arial MT"/>
              </a:rPr>
              <a:t>configurations,</a:t>
            </a:r>
            <a:r>
              <a:rPr dirty="0" sz="1900" spc="-155">
                <a:latin typeface="Arial MT"/>
                <a:cs typeface="Arial MT"/>
              </a:rPr>
              <a:t> </a:t>
            </a:r>
            <a:r>
              <a:rPr dirty="0" sz="1900" spc="-70">
                <a:latin typeface="Arial MT"/>
                <a:cs typeface="Arial MT"/>
              </a:rPr>
              <a:t>the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60">
                <a:latin typeface="Arial MT"/>
                <a:cs typeface="Arial MT"/>
              </a:rPr>
              <a:t>agency</a:t>
            </a:r>
            <a:r>
              <a:rPr dirty="0" sz="1900" spc="45">
                <a:latin typeface="Arial MT"/>
                <a:cs typeface="Arial MT"/>
              </a:rPr>
              <a:t> </a:t>
            </a:r>
            <a:r>
              <a:rPr dirty="0" sz="1900" spc="-60">
                <a:latin typeface="Arial MT"/>
                <a:cs typeface="Arial MT"/>
              </a:rPr>
              <a:t>streamlines</a:t>
            </a:r>
            <a:r>
              <a:rPr dirty="0" sz="1900" spc="1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its</a:t>
            </a:r>
            <a:r>
              <a:rPr dirty="0" sz="1900" spc="-110">
                <a:latin typeface="Arial MT"/>
                <a:cs typeface="Arial MT"/>
              </a:rPr>
              <a:t> </a:t>
            </a:r>
            <a:r>
              <a:rPr dirty="0" sz="1900" spc="-55">
                <a:latin typeface="Arial MT"/>
                <a:cs typeface="Arial MT"/>
              </a:rPr>
              <a:t>process</a:t>
            </a:r>
            <a:r>
              <a:rPr dirty="0" sz="1900" spc="-25">
                <a:latin typeface="Arial MT"/>
                <a:cs typeface="Arial MT"/>
              </a:rPr>
              <a:t> </a:t>
            </a:r>
            <a:r>
              <a:rPr dirty="0" sz="1900" spc="-85">
                <a:latin typeface="Arial MT"/>
                <a:cs typeface="Arial MT"/>
              </a:rPr>
              <a:t>for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 spc="-65">
                <a:latin typeface="Arial MT"/>
                <a:cs typeface="Arial MT"/>
              </a:rPr>
              <a:t>testing </a:t>
            </a:r>
            <a:r>
              <a:rPr dirty="0" sz="1900" spc="-25">
                <a:latin typeface="Arial MT"/>
                <a:cs typeface="Arial MT"/>
              </a:rPr>
              <a:t>and </a:t>
            </a:r>
            <a:r>
              <a:rPr dirty="0" sz="1900" spc="-25">
                <a:latin typeface="Arial MT"/>
                <a:cs typeface="Arial MT"/>
              </a:rPr>
              <a:t>	</a:t>
            </a:r>
            <a:r>
              <a:rPr dirty="0" sz="1900" spc="-75">
                <a:latin typeface="Arial MT"/>
                <a:cs typeface="Arial MT"/>
              </a:rPr>
              <a:t>deploying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70">
                <a:latin typeface="Arial MT"/>
                <a:cs typeface="Arial MT"/>
              </a:rPr>
              <a:t>new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policies,</a:t>
            </a:r>
            <a:r>
              <a:rPr dirty="0" sz="1900" spc="-10">
                <a:latin typeface="Arial MT"/>
                <a:cs typeface="Arial MT"/>
              </a:rPr>
              <a:t> </a:t>
            </a:r>
            <a:r>
              <a:rPr dirty="0" sz="1900" spc="-65">
                <a:latin typeface="Arial MT"/>
                <a:cs typeface="Arial MT"/>
              </a:rPr>
              <a:t>reducing</a:t>
            </a:r>
            <a:r>
              <a:rPr dirty="0" sz="1900" spc="10">
                <a:latin typeface="Arial MT"/>
                <a:cs typeface="Arial MT"/>
              </a:rPr>
              <a:t> </a:t>
            </a:r>
            <a:r>
              <a:rPr dirty="0" sz="1900" spc="-75">
                <a:latin typeface="Arial MT"/>
                <a:cs typeface="Arial MT"/>
              </a:rPr>
              <a:t>downtime</a:t>
            </a:r>
            <a:r>
              <a:rPr dirty="0" sz="1900" spc="-20">
                <a:latin typeface="Arial MT"/>
                <a:cs typeface="Arial MT"/>
              </a:rPr>
              <a:t> </a:t>
            </a:r>
            <a:r>
              <a:rPr dirty="0" sz="1900" spc="-65">
                <a:latin typeface="Arial MT"/>
                <a:cs typeface="Arial MT"/>
              </a:rPr>
              <a:t>and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operational 	disruptions.</a:t>
            </a:r>
            <a:endParaRPr sz="1900">
              <a:latin typeface="Arial MT"/>
              <a:cs typeface="Arial MT"/>
            </a:endParaRPr>
          </a:p>
          <a:p>
            <a:pPr marL="213995" marR="5080" indent="-201930">
              <a:lnSpc>
                <a:spcPts val="2170"/>
              </a:lnSpc>
              <a:spcBef>
                <a:spcPts val="60"/>
              </a:spcBef>
              <a:buChar char="•"/>
              <a:tabLst>
                <a:tab pos="219075" algn="l"/>
              </a:tabLst>
            </a:pPr>
            <a:r>
              <a:rPr dirty="0" sz="1900">
                <a:latin typeface="Arial MT"/>
                <a:cs typeface="Arial MT"/>
              </a:rPr>
              <a:t>Cultural</a:t>
            </a:r>
            <a:r>
              <a:rPr dirty="0" sz="1900" spc="55">
                <a:latin typeface="Arial MT"/>
                <a:cs typeface="Arial MT"/>
              </a:rPr>
              <a:t> </a:t>
            </a:r>
            <a:r>
              <a:rPr dirty="0" sz="1900" spc="-30">
                <a:latin typeface="Arial MT"/>
                <a:cs typeface="Arial MT"/>
              </a:rPr>
              <a:t>Change: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 spc="-80">
                <a:latin typeface="Arial MT"/>
                <a:cs typeface="Arial MT"/>
              </a:rPr>
              <a:t>The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60">
                <a:latin typeface="Arial MT"/>
                <a:cs typeface="Arial MT"/>
              </a:rPr>
              <a:t>adoption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150">
                <a:latin typeface="Arial MT"/>
                <a:cs typeface="Arial MT"/>
              </a:rPr>
              <a:t> </a:t>
            </a:r>
            <a:r>
              <a:rPr dirty="0" sz="1900" spc="-100">
                <a:latin typeface="Arial MT"/>
                <a:cs typeface="Arial MT"/>
              </a:rPr>
              <a:t>an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90">
                <a:latin typeface="Arial MT"/>
                <a:cs typeface="Arial MT"/>
              </a:rPr>
              <a:t>RBAC</a:t>
            </a:r>
            <a:r>
              <a:rPr dirty="0" sz="1900" spc="5">
                <a:latin typeface="Arial MT"/>
                <a:cs typeface="Arial MT"/>
              </a:rPr>
              <a:t> </a:t>
            </a:r>
            <a:r>
              <a:rPr dirty="0" sz="1900" spc="-70">
                <a:latin typeface="Arial MT"/>
                <a:cs typeface="Arial MT"/>
              </a:rPr>
              <a:t>system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75">
                <a:latin typeface="Arial MT"/>
                <a:cs typeface="Arial MT"/>
              </a:rPr>
              <a:t>ensures</a:t>
            </a:r>
            <a:r>
              <a:rPr dirty="0" sz="1900" spc="-25">
                <a:latin typeface="Arial MT"/>
                <a:cs typeface="Arial MT"/>
              </a:rPr>
              <a:t> </a:t>
            </a:r>
            <a:r>
              <a:rPr dirty="0" sz="1900" spc="-55">
                <a:latin typeface="Arial MT"/>
                <a:cs typeface="Arial MT"/>
              </a:rPr>
              <a:t>that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only </a:t>
            </a:r>
            <a:r>
              <a:rPr dirty="0" sz="1900" spc="-20">
                <a:latin typeface="Arial MT"/>
                <a:cs typeface="Arial MT"/>
              </a:rPr>
              <a:t>	</a:t>
            </a:r>
            <a:r>
              <a:rPr dirty="0" sz="1900" spc="-65">
                <a:latin typeface="Arial MT"/>
                <a:cs typeface="Arial MT"/>
              </a:rPr>
              <a:t>authorized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75">
                <a:latin typeface="Arial MT"/>
                <a:cs typeface="Arial MT"/>
              </a:rPr>
              <a:t>personnel</a:t>
            </a:r>
            <a:r>
              <a:rPr dirty="0" sz="1900" spc="-55">
                <a:latin typeface="Arial MT"/>
                <a:cs typeface="Arial MT"/>
              </a:rPr>
              <a:t> can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80">
                <a:latin typeface="Arial MT"/>
                <a:cs typeface="Arial MT"/>
              </a:rPr>
              <a:t>access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30">
                <a:latin typeface="Arial MT"/>
                <a:cs typeface="Arial MT"/>
              </a:rPr>
              <a:t>critical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 spc="-65">
                <a:latin typeface="Arial MT"/>
                <a:cs typeface="Arial MT"/>
              </a:rPr>
              <a:t>system</a:t>
            </a:r>
            <a:r>
              <a:rPr dirty="0" sz="1900" spc="-60">
                <a:latin typeface="Arial MT"/>
                <a:cs typeface="Arial MT"/>
              </a:rPr>
              <a:t> settings,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 spc="-60">
                <a:latin typeface="Arial MT"/>
                <a:cs typeface="Arial MT"/>
              </a:rPr>
              <a:t>promoting</a:t>
            </a:r>
            <a:r>
              <a:rPr dirty="0" sz="1900" spc="85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814120" y="7601463"/>
            <a:ext cx="6510655" cy="593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2250"/>
              </a:lnSpc>
              <a:spcBef>
                <a:spcPts val="120"/>
              </a:spcBef>
            </a:pPr>
            <a:r>
              <a:rPr dirty="0" sz="1900" spc="-50">
                <a:latin typeface="Arial MT"/>
                <a:cs typeface="Arial MT"/>
              </a:rPr>
              <a:t>culture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14">
                <a:latin typeface="Arial MT"/>
                <a:cs typeface="Arial MT"/>
              </a:rPr>
              <a:t>of</a:t>
            </a:r>
            <a:r>
              <a:rPr dirty="0" sz="1900" spc="-15">
                <a:latin typeface="Arial MT"/>
                <a:cs typeface="Arial MT"/>
              </a:rPr>
              <a:t> </a:t>
            </a:r>
            <a:r>
              <a:rPr dirty="0" sz="1900" spc="-55">
                <a:latin typeface="Arial MT"/>
                <a:cs typeface="Arial MT"/>
              </a:rPr>
              <a:t>accountability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65">
                <a:latin typeface="Arial MT"/>
                <a:cs typeface="Arial MT"/>
              </a:rPr>
              <a:t>and</a:t>
            </a:r>
            <a:r>
              <a:rPr dirty="0" sz="1900" spc="-14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meticulous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65">
                <a:latin typeface="Arial MT"/>
                <a:cs typeface="Arial MT"/>
              </a:rPr>
              <a:t>access</a:t>
            </a:r>
            <a:r>
              <a:rPr dirty="0" sz="1900" spc="15">
                <a:latin typeface="Arial MT"/>
                <a:cs typeface="Arial MT"/>
              </a:rPr>
              <a:t> </a:t>
            </a:r>
            <a:r>
              <a:rPr dirty="0" sz="1900" spc="-55">
                <a:latin typeface="Arial MT"/>
                <a:cs typeface="Arial MT"/>
              </a:rPr>
              <a:t>control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60">
                <a:latin typeface="Arial MT"/>
                <a:cs typeface="Arial MT"/>
              </a:rPr>
              <a:t>within</a:t>
            </a:r>
            <a:r>
              <a:rPr dirty="0" sz="1900" spc="-2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the</a:t>
            </a:r>
            <a:endParaRPr sz="1900">
              <a:latin typeface="Arial MT"/>
              <a:cs typeface="Arial MT"/>
            </a:endParaRPr>
          </a:p>
          <a:p>
            <a:pPr marL="13335">
              <a:lnSpc>
                <a:spcPts val="2190"/>
              </a:lnSpc>
            </a:pPr>
            <a:r>
              <a:rPr dirty="0" sz="1850" spc="-10">
                <a:latin typeface="Arial MT"/>
                <a:cs typeface="Arial MT"/>
              </a:rPr>
              <a:t>agency.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9" y="8501457"/>
            <a:ext cx="16459160" cy="125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2146" y="6939708"/>
            <a:ext cx="369439" cy="3526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05423" y="6939708"/>
            <a:ext cx="369439" cy="3526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2146" y="5201632"/>
            <a:ext cx="369439" cy="35265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5423" y="5201632"/>
            <a:ext cx="369439" cy="35265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33477" y="5151253"/>
            <a:ext cx="3541521" cy="3274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8450" y="3728046"/>
            <a:ext cx="369439" cy="3652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605423" y="3728046"/>
            <a:ext cx="369439" cy="3652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8450" y="2279650"/>
            <a:ext cx="369439" cy="36524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605423" y="2279650"/>
            <a:ext cx="369439" cy="36524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8614" y="314868"/>
            <a:ext cx="1719803" cy="109574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401726" y="730495"/>
            <a:ext cx="140132" cy="2518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834871" y="176326"/>
            <a:ext cx="738878" cy="132244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0492926" y="4006601"/>
            <a:ext cx="2743835" cy="0"/>
          </a:xfrm>
          <a:custGeom>
            <a:avLst/>
            <a:gdLst/>
            <a:ahLst/>
            <a:cxnLst/>
            <a:rect l="l" t="t" r="r" b="b"/>
            <a:pathLst>
              <a:path w="2743834" h="0">
                <a:moveTo>
                  <a:pt x="0" y="0"/>
                </a:moveTo>
                <a:lnTo>
                  <a:pt x="27436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0" y="8439742"/>
            <a:ext cx="16473805" cy="679450"/>
            <a:chOff x="0" y="8439742"/>
            <a:chExt cx="16473805" cy="679450"/>
          </a:xfrm>
        </p:grpSpPr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0" y="8439742"/>
              <a:ext cx="16473600" cy="6788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0" y="8488862"/>
              <a:ext cx="16471900" cy="629737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10475" y="5094577"/>
            <a:ext cx="3240026" cy="34635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509912" y="3602098"/>
            <a:ext cx="2713468" cy="31486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00103" y="443511"/>
            <a:ext cx="988060" cy="769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500" spc="-10">
                <a:latin typeface="Calibri"/>
                <a:cs typeface="Calibri"/>
              </a:rPr>
              <a:t>Cannon</a:t>
            </a:r>
            <a:endParaRPr sz="2500">
              <a:latin typeface="Calibri"/>
              <a:cs typeface="Calibri"/>
            </a:endParaRPr>
          </a:p>
          <a:p>
            <a:pPr algn="ctr" marL="29845">
              <a:lnSpc>
                <a:spcPct val="100000"/>
              </a:lnSpc>
              <a:spcBef>
                <a:spcPts val="25"/>
              </a:spcBef>
            </a:pPr>
            <a:r>
              <a:rPr dirty="0" sz="2350" spc="35">
                <a:latin typeface="Calibri"/>
                <a:cs typeface="Calibri"/>
              </a:rPr>
              <a:t>Crew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84525" y="2046192"/>
            <a:ext cx="71628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35" i="1">
                <a:latin typeface="Calibri"/>
                <a:cs typeface="Calibri"/>
              </a:rPr>
              <a:t>RAG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9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390"/>
              <a:t>RESEARCH</a:t>
            </a:r>
            <a:r>
              <a:rPr dirty="0" spc="200"/>
              <a:t>  </a:t>
            </a:r>
            <a:r>
              <a:rPr dirty="0" spc="295"/>
              <a:t>AND</a:t>
            </a:r>
            <a:r>
              <a:rPr dirty="0" spc="-40"/>
              <a:t> </a:t>
            </a:r>
            <a:r>
              <a:rPr dirty="0" spc="310"/>
              <a:t>REFERENCES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026587" y="3501060"/>
            <a:ext cx="1263015" cy="547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00" spc="-35" i="1">
                <a:latin typeface="Calibri"/>
                <a:cs typeface="Calibri"/>
              </a:rPr>
              <a:t>Ollama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70019" y="6706250"/>
            <a:ext cx="254508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>
                <a:latin typeface="Calibri"/>
                <a:cs typeface="Calibri"/>
              </a:rPr>
              <a:t>Gpo</a:t>
            </a:r>
            <a:r>
              <a:rPr dirty="0" sz="3350" spc="240">
                <a:latin typeface="Calibri"/>
                <a:cs typeface="Calibri"/>
              </a:rPr>
              <a:t> </a:t>
            </a:r>
            <a:r>
              <a:rPr dirty="0" sz="3350" spc="-10">
                <a:latin typeface="Calibri"/>
                <a:cs typeface="Calibri"/>
              </a:rPr>
              <a:t>Overview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34287" y="1996162"/>
            <a:ext cx="1155065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30">
                <a:latin typeface="Calibri"/>
                <a:cs typeface="Calibri"/>
              </a:rPr>
              <a:t>Mistra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13226" y="4911673"/>
            <a:ext cx="538480" cy="547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00" spc="-25">
                <a:latin typeface="Calibri"/>
                <a:cs typeface="Calibri"/>
              </a:rPr>
              <a:t>Air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929527" y="4911673"/>
            <a:ext cx="2035810" cy="547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00">
                <a:latin typeface="Calibri"/>
                <a:cs typeface="Calibri"/>
              </a:rPr>
              <a:t>ed</a:t>
            </a:r>
            <a:r>
              <a:rPr dirty="0" sz="3400" spc="105">
                <a:latin typeface="Calibri"/>
                <a:cs typeface="Calibri"/>
              </a:rPr>
              <a:t> </a:t>
            </a:r>
            <a:r>
              <a:rPr dirty="0" sz="3400" spc="155">
                <a:latin typeface="Calibri"/>
                <a:cs typeface="Calibri"/>
              </a:rPr>
              <a:t>s</a:t>
            </a:r>
            <a:r>
              <a:rPr dirty="0" sz="3400" spc="785">
                <a:latin typeface="Calibri"/>
                <a:cs typeface="Calibri"/>
              </a:rPr>
              <a:t> </a:t>
            </a:r>
            <a:r>
              <a:rPr dirty="0" sz="3400" spc="-55">
                <a:latin typeface="Calibri"/>
                <a:cs typeface="Calibri"/>
              </a:rPr>
              <a:t>seems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481323" y="6681760"/>
            <a:ext cx="2626360" cy="569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50">
                <a:latin typeface="Calibri"/>
                <a:cs typeface="Calibri"/>
              </a:rPr>
              <a:t>SSH</a:t>
            </a:r>
            <a:r>
              <a:rPr dirty="0" sz="3550" spc="105">
                <a:latin typeface="Calibri"/>
                <a:cs typeface="Calibri"/>
              </a:rPr>
              <a:t> </a:t>
            </a:r>
            <a:r>
              <a:rPr dirty="0" sz="3550">
                <a:latin typeface="Calibri"/>
                <a:cs typeface="Calibri"/>
              </a:rPr>
              <a:t>Tun</a:t>
            </a:r>
            <a:r>
              <a:rPr dirty="0" sz="3550" spc="105">
                <a:latin typeface="Calibri"/>
                <a:cs typeface="Calibri"/>
              </a:rPr>
              <a:t>  </a:t>
            </a:r>
            <a:r>
              <a:rPr dirty="0" sz="3550">
                <a:latin typeface="Calibri"/>
                <a:cs typeface="Calibri"/>
              </a:rPr>
              <a:t>e</a:t>
            </a:r>
            <a:r>
              <a:rPr dirty="0" sz="3550" spc="-90">
                <a:latin typeface="Calibri"/>
                <a:cs typeface="Calibri"/>
              </a:rPr>
              <a:t> </a:t>
            </a:r>
            <a:r>
              <a:rPr dirty="0" sz="3550" spc="-25">
                <a:latin typeface="Calibri"/>
                <a:cs typeface="Calibri"/>
              </a:rPr>
              <a:t>ing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663470" y="353947"/>
            <a:ext cx="1640205" cy="95694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2540">
              <a:lnSpc>
                <a:spcPts val="2400"/>
              </a:lnSpc>
              <a:spcBef>
                <a:spcPts val="120"/>
              </a:spcBef>
            </a:pPr>
            <a:r>
              <a:rPr dirty="0" sz="2100" spc="105">
                <a:solidFill>
                  <a:srgbClr val="4D4D4D"/>
                </a:solidFill>
                <a:latin typeface="Calibri"/>
                <a:cs typeface="Calibri"/>
              </a:rPr>
              <a:t>SMART</a:t>
            </a:r>
            <a:r>
              <a:rPr dirty="0" sz="2100" spc="1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100" spc="70">
                <a:solidFill>
                  <a:srgbClr val="4B4B4B"/>
                </a:solidFill>
                <a:latin typeface="Calibri"/>
                <a:cs typeface="Calibri"/>
              </a:rPr>
              <a:t>INDIA</a:t>
            </a:r>
            <a:endParaRPr sz="2100">
              <a:latin typeface="Calibri"/>
              <a:cs typeface="Calibri"/>
            </a:endParaRPr>
          </a:p>
          <a:p>
            <a:pPr algn="ctr" marR="7620">
              <a:lnSpc>
                <a:spcPts val="2425"/>
              </a:lnSpc>
            </a:pPr>
            <a:r>
              <a:rPr dirty="0" sz="2300" spc="50">
                <a:solidFill>
                  <a:srgbClr val="494949"/>
                </a:solidFill>
                <a:latin typeface="Calibri"/>
                <a:cs typeface="Calibri"/>
              </a:rPr>
              <a:t>HASKATHON</a:t>
            </a:r>
            <a:endParaRPr sz="2300">
              <a:latin typeface="Calibri"/>
              <a:cs typeface="Calibri"/>
            </a:endParaRPr>
          </a:p>
          <a:p>
            <a:pPr algn="ctr">
              <a:lnSpc>
                <a:spcPts val="2485"/>
              </a:lnSpc>
            </a:pPr>
            <a:r>
              <a:rPr dirty="0" sz="2250" spc="75">
                <a:solidFill>
                  <a:srgbClr val="4D4D4D"/>
                </a:solidFill>
                <a:latin typeface="Calibri"/>
                <a:cs typeface="Calibri"/>
              </a:rPr>
              <a:t>202zt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32167" y="940128"/>
            <a:ext cx="17208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-50">
                <a:solidFill>
                  <a:srgbClr val="565656"/>
                </a:solidFill>
                <a:latin typeface="Calibri"/>
                <a:cs typeface="Calibri"/>
              </a:rPr>
              <a:t>*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2026-09-03T12:35:44Z</dcterms:created>
  <dcterms:modified xsi:type="dcterms:W3CDTF">2026-09-03T12:35:44Z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2026-09-03T00:00:00Z</vt:filetime>
  </property>
  <property fmtid="{D5CDD505-2E9C-101B-9397-08002B2CF9AE}" pid="4" name="LastSaved">
    <vt:filetime>2026-09-03T00:00:00Z</vt:filetime>
  </property>
</Properties>
</file>